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A493B-E569-447E-A833-4012F7B6917A}" v="12" dt="2026-06-12T17:32:28.902"/>
    <p1510:client id="{39425B9B-267B-479E-9C47-4C1206C51750}" v="3" dt="2026-06-12T16:25:58.983"/>
    <p1510:client id="{7207A4D3-1A0B-45A5-893A-555526968952}" v="75" dt="2026-06-12T16:53:34.240"/>
    <p1510:client id="{7B7A54BC-9B56-43CF-9AC7-D7B555F02401}" v="1" dt="2026-06-12T17:33:28.999"/>
    <p1510:client id="{97AC2F33-41BC-471F-A2F4-9674A4448BE9}" v="10" dt="2026-06-12T16:40:44.460"/>
    <p1510:client id="{A60C7423-E6DB-4900-A9DB-53619684E7BE}" v="4" dt="2026-06-12T16:29:50.820"/>
    <p1510:client id="{C42CE2FA-FD68-4A2C-8025-C300CBC5B87C}" v="19" dt="2026-06-12T17:36:53.363"/>
    <p1510:client id="{DAA9DBC9-7BE3-4885-9B9B-D85D0612EB12}" v="5" dt="2026-06-12T17:18:15.843"/>
    <p1510:client id="{EFB522A1-DC11-4F03-AB07-C587347ECF5E}" v="7" dt="2026-06-12T16:21:32.480"/>
    <p1510:client id="{F7626C50-8C75-482E-9906-4E29C81D9C4D}" v="45" dt="2026-06-12T17:07:49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90" d="100"/>
          <a:sy n="190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jtahedzadeh, Kam [US] (SP) (Contr)" userId="7b547dff-5da5-46b9-aaeb-9f0b7566cdec" providerId="ADAL" clId="{B45B66EC-BF88-4D51-8BED-FFD5EB845A67}"/>
    <pc:docChg chg="undo redo custSel addSld modSld modMainMaster">
      <pc:chgData name="Modjtahedzadeh, Kam [US] (SP) (Contr)" userId="7b547dff-5da5-46b9-aaeb-9f0b7566cdec" providerId="ADAL" clId="{B45B66EC-BF88-4D51-8BED-FFD5EB845A67}" dt="2026-06-12T17:39:02.465" v="640" actId="208"/>
      <pc:docMkLst>
        <pc:docMk/>
      </pc:docMkLst>
      <pc:sldChg chg="addSp delSp modSp new mod">
        <pc:chgData name="Modjtahedzadeh, Kam [US] (SP) (Contr)" userId="7b547dff-5da5-46b9-aaeb-9f0b7566cdec" providerId="ADAL" clId="{B45B66EC-BF88-4D51-8BED-FFD5EB845A67}" dt="2026-06-12T17:39:02.465" v="640" actId="208"/>
        <pc:sldMkLst>
          <pc:docMk/>
          <pc:sldMk cId="608199637" sldId="256"/>
        </pc:sldMkLst>
        <pc:spChg chg="add mod">
          <ac:chgData name="Modjtahedzadeh, Kam [US] (SP) (Contr)" userId="7b547dff-5da5-46b9-aaeb-9f0b7566cdec" providerId="ADAL" clId="{B45B66EC-BF88-4D51-8BED-FFD5EB845A67}" dt="2026-06-12T16:24:35.965" v="104" actId="1076"/>
          <ac:spMkLst>
            <pc:docMk/>
            <pc:sldMk cId="608199637" sldId="256"/>
            <ac:spMk id="2" creationId="{CA301EEB-C584-92EF-732F-C22FE8FD4AF9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3" creationId="{DE1C6108-000F-12B6-6440-A3059B9B3242}"/>
          </ac:spMkLst>
        </pc:spChg>
        <pc:spChg chg="add del mod">
          <ac:chgData name="Modjtahedzadeh, Kam [US] (SP) (Contr)" userId="7b547dff-5da5-46b9-aaeb-9f0b7566cdec" providerId="ADAL" clId="{B45B66EC-BF88-4D51-8BED-FFD5EB845A67}" dt="2026-06-12T16:26:16.916" v="119" actId="478"/>
          <ac:spMkLst>
            <pc:docMk/>
            <pc:sldMk cId="608199637" sldId="256"/>
            <ac:spMk id="4" creationId="{1011257F-5771-C108-D752-DA2999F89D91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4" creationId="{24D604E7-A002-DA24-C802-882EDF1297C7}"/>
          </ac:spMkLst>
        </pc:spChg>
        <pc:spChg chg="add del mod">
          <ac:chgData name="Modjtahedzadeh, Kam [US] (SP) (Contr)" userId="7b547dff-5da5-46b9-aaeb-9f0b7566cdec" providerId="ADAL" clId="{B45B66EC-BF88-4D51-8BED-FFD5EB845A67}" dt="2026-06-12T16:26:16.237" v="118" actId="478"/>
          <ac:spMkLst>
            <pc:docMk/>
            <pc:sldMk cId="608199637" sldId="256"/>
            <ac:spMk id="6" creationId="{76100174-0408-003D-00F7-9316F85D60D3}"/>
          </ac:spMkLst>
        </pc:spChg>
        <pc:spChg chg="add del mod">
          <ac:chgData name="Modjtahedzadeh, Kam [US] (SP) (Contr)" userId="7b547dff-5da5-46b9-aaeb-9f0b7566cdec" providerId="ADAL" clId="{B45B66EC-BF88-4D51-8BED-FFD5EB845A67}" dt="2026-06-12T16:19:39.262" v="54" actId="478"/>
          <ac:spMkLst>
            <pc:docMk/>
            <pc:sldMk cId="608199637" sldId="256"/>
            <ac:spMk id="9" creationId="{D0B47101-6327-39F5-86CD-7AD1C66D0E6D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11" creationId="{C7A1B6B4-4928-3D66-BE54-7484A39A51AA}"/>
          </ac:spMkLst>
        </pc:spChg>
        <pc:spChg chg="add del mod">
          <ac:chgData name="Modjtahedzadeh, Kam [US] (SP) (Contr)" userId="7b547dff-5da5-46b9-aaeb-9f0b7566cdec" providerId="ADAL" clId="{B45B66EC-BF88-4D51-8BED-FFD5EB845A67}" dt="2026-06-12T16:37:25.739" v="156" actId="478"/>
          <ac:spMkLst>
            <pc:docMk/>
            <pc:sldMk cId="608199637" sldId="256"/>
            <ac:spMk id="13" creationId="{3D362AD5-CABF-ACEC-4F2F-F4E6DA15ACC5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13" creationId="{7B398E70-31F0-1370-FADE-05CD922E4864}"/>
          </ac:spMkLst>
        </pc:spChg>
        <pc:spChg chg="add mod">
          <ac:chgData name="Modjtahedzadeh, Kam [US] (SP) (Contr)" userId="7b547dff-5da5-46b9-aaeb-9f0b7566cdec" providerId="ADAL" clId="{B45B66EC-BF88-4D51-8BED-FFD5EB845A67}" dt="2026-06-12T17:06:02.635" v="426" actId="1076"/>
          <ac:spMkLst>
            <pc:docMk/>
            <pc:sldMk cId="608199637" sldId="256"/>
            <ac:spMk id="17" creationId="{66FFB5D9-AB87-DDB2-8992-AC242DC5765C}"/>
          </ac:spMkLst>
        </pc:spChg>
        <pc:spChg chg="add del mod">
          <ac:chgData name="Modjtahedzadeh, Kam [US] (SP) (Contr)" userId="7b547dff-5da5-46b9-aaeb-9f0b7566cdec" providerId="ADAL" clId="{B45B66EC-BF88-4D51-8BED-FFD5EB845A67}" dt="2026-06-12T17:13:05.292" v="476" actId="478"/>
          <ac:spMkLst>
            <pc:docMk/>
            <pc:sldMk cId="608199637" sldId="256"/>
            <ac:spMk id="20" creationId="{2EF32AB0-6CD6-FA81-8C85-714AE6B625DA}"/>
          </ac:spMkLst>
        </pc:spChg>
        <pc:spChg chg="add del mod">
          <ac:chgData name="Modjtahedzadeh, Kam [US] (SP) (Contr)" userId="7b547dff-5da5-46b9-aaeb-9f0b7566cdec" providerId="ADAL" clId="{B45B66EC-BF88-4D51-8BED-FFD5EB845A67}" dt="2026-06-12T17:34:31.630" v="604" actId="478"/>
          <ac:spMkLst>
            <pc:docMk/>
            <pc:sldMk cId="608199637" sldId="256"/>
            <ac:spMk id="20" creationId="{2F1BD2C8-4DD9-8691-9BAD-B1371FCA934D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21" creationId="{8C39E494-95C5-393D-98F1-F5F3AC74A0A3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22" creationId="{3935C698-CE43-37E3-84DB-A4D414A7B3EE}"/>
          </ac:spMkLst>
        </pc:spChg>
        <pc:spChg chg="add mod">
          <ac:chgData name="Modjtahedzadeh, Kam [US] (SP) (Contr)" userId="7b547dff-5da5-46b9-aaeb-9f0b7566cdec" providerId="ADAL" clId="{B45B66EC-BF88-4D51-8BED-FFD5EB845A67}" dt="2026-06-12T16:45:59.556" v="204"/>
          <ac:spMkLst>
            <pc:docMk/>
            <pc:sldMk cId="608199637" sldId="256"/>
            <ac:spMk id="23" creationId="{67A7A843-5A9C-A7D5-1EE7-99E16372D68E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24" creationId="{13169BE1-8775-D820-4385-3DDBC4985521}"/>
          </ac:spMkLst>
        </pc:spChg>
        <pc:spChg chg="add mod">
          <ac:chgData name="Modjtahedzadeh, Kam [US] (SP) (Contr)" userId="7b547dff-5da5-46b9-aaeb-9f0b7566cdec" providerId="ADAL" clId="{B45B66EC-BF88-4D51-8BED-FFD5EB845A67}" dt="2026-06-12T17:18:59.583" v="578" actId="1076"/>
          <ac:spMkLst>
            <pc:docMk/>
            <pc:sldMk cId="608199637" sldId="256"/>
            <ac:spMk id="25" creationId="{D035D8AA-817C-442B-44B7-5CD2B927F9CB}"/>
          </ac:spMkLst>
        </pc:spChg>
        <pc:spChg chg="add mod">
          <ac:chgData name="Modjtahedzadeh, Kam [US] (SP) (Contr)" userId="7b547dff-5da5-46b9-aaeb-9f0b7566cdec" providerId="ADAL" clId="{B45B66EC-BF88-4D51-8BED-FFD5EB845A67}" dt="2026-06-12T17:08:02.667" v="461" actId="1076"/>
          <ac:spMkLst>
            <pc:docMk/>
            <pc:sldMk cId="608199637" sldId="256"/>
            <ac:spMk id="26" creationId="{B681C267-02A7-585A-11FD-6D1E1CE68A91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27" creationId="{4E8CD841-B047-6595-FE1A-8A63167F069D}"/>
          </ac:spMkLst>
        </pc:spChg>
        <pc:spChg chg="add mod">
          <ac:chgData name="Modjtahedzadeh, Kam [US] (SP) (Contr)" userId="7b547dff-5da5-46b9-aaeb-9f0b7566cdec" providerId="ADAL" clId="{B45B66EC-BF88-4D51-8BED-FFD5EB845A67}" dt="2026-06-12T17:19:09.926" v="579" actId="1076"/>
          <ac:spMkLst>
            <pc:docMk/>
            <pc:sldMk cId="608199637" sldId="256"/>
            <ac:spMk id="29" creationId="{203D9732-6EBA-E05E-38DA-59A1BAC0F88C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31" creationId="{DB759A56-C2CD-C877-C417-EB6A59D14B39}"/>
          </ac:spMkLst>
        </pc:spChg>
        <pc:spChg chg="add mod">
          <ac:chgData name="Modjtahedzadeh, Kam [US] (SP) (Contr)" userId="7b547dff-5da5-46b9-aaeb-9f0b7566cdec" providerId="ADAL" clId="{B45B66EC-BF88-4D51-8BED-FFD5EB845A67}" dt="2026-06-12T17:34:55.705" v="620" actId="1076"/>
          <ac:spMkLst>
            <pc:docMk/>
            <pc:sldMk cId="608199637" sldId="256"/>
            <ac:spMk id="34" creationId="{95C0EDF1-1323-3721-62F3-877C7BD18901}"/>
          </ac:spMkLst>
        </pc:spChg>
        <pc:spChg chg="add mod">
          <ac:chgData name="Modjtahedzadeh, Kam [US] (SP) (Contr)" userId="7b547dff-5da5-46b9-aaeb-9f0b7566cdec" providerId="ADAL" clId="{B45B66EC-BF88-4D51-8BED-FFD5EB845A67}" dt="2026-06-12T17:32:40.614" v="599" actId="1076"/>
          <ac:spMkLst>
            <pc:docMk/>
            <pc:sldMk cId="608199637" sldId="256"/>
            <ac:spMk id="36" creationId="{24545CBA-CAD6-9E1A-70E9-DC416C9A85B5}"/>
          </ac:spMkLst>
        </pc:spChg>
        <pc:spChg chg="add mod">
          <ac:chgData name="Modjtahedzadeh, Kam [US] (SP) (Contr)" userId="7b547dff-5da5-46b9-aaeb-9f0b7566cdec" providerId="ADAL" clId="{B45B66EC-BF88-4D51-8BED-FFD5EB845A67}" dt="2026-06-12T17:33:46.703" v="601" actId="1076"/>
          <ac:spMkLst>
            <pc:docMk/>
            <pc:sldMk cId="608199637" sldId="256"/>
            <ac:spMk id="51" creationId="{9D59D5D2-03A1-C738-273A-633AE1D23C9D}"/>
          </ac:spMkLst>
        </pc:spChg>
        <pc:cxnChg chg="add mod">
          <ac:chgData name="Modjtahedzadeh, Kam [US] (SP) (Contr)" userId="7b547dff-5da5-46b9-aaeb-9f0b7566cdec" providerId="ADAL" clId="{B45B66EC-BF88-4D51-8BED-FFD5EB845A67}" dt="2026-06-12T16:28:46.441" v="133" actId="14100"/>
          <ac:cxnSpMkLst>
            <pc:docMk/>
            <pc:sldMk cId="608199637" sldId="256"/>
            <ac:cxnSpMk id="5" creationId="{F006B83D-8536-30B8-079F-1CC6AEEED099}"/>
          </ac:cxnSpMkLst>
        </pc:cxnChg>
        <pc:cxnChg chg="add del mod">
          <ac:chgData name="Modjtahedzadeh, Kam [US] (SP) (Contr)" userId="7b547dff-5da5-46b9-aaeb-9f0b7566cdec" providerId="ADAL" clId="{B45B66EC-BF88-4D51-8BED-FFD5EB845A67}" dt="2026-06-12T17:38:08.280" v="634" actId="478"/>
          <ac:cxnSpMkLst>
            <pc:docMk/>
            <pc:sldMk cId="608199637" sldId="256"/>
            <ac:cxnSpMk id="6" creationId="{EA1BA9E6-B3A6-C621-03DD-14A6066CCB5A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39:08.263" v="167" actId="1582"/>
          <ac:cxnSpMkLst>
            <pc:docMk/>
            <pc:sldMk cId="608199637" sldId="256"/>
            <ac:cxnSpMk id="7" creationId="{C60B8156-F2B4-4ECC-C5F3-8E5C91422682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39:03.150" v="166" actId="1582"/>
          <ac:cxnSpMkLst>
            <pc:docMk/>
            <pc:sldMk cId="608199637" sldId="256"/>
            <ac:cxnSpMk id="8" creationId="{25525146-F263-C32A-A452-65F29E135D7B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45:34.210" v="202" actId="1076"/>
          <ac:cxnSpMkLst>
            <pc:docMk/>
            <pc:sldMk cId="608199637" sldId="256"/>
            <ac:cxnSpMk id="9" creationId="{069DB779-5725-4915-1ABE-6BE0B1CBF815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19:01.581" v="46" actId="1076"/>
          <ac:cxnSpMkLst>
            <pc:docMk/>
            <pc:sldMk cId="608199637" sldId="256"/>
            <ac:cxnSpMk id="10" creationId="{5A38EE60-F32F-ABC2-A0D0-53E1971F150D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45:37.759" v="203" actId="14100"/>
          <ac:cxnSpMkLst>
            <pc:docMk/>
            <pc:sldMk cId="608199637" sldId="256"/>
            <ac:cxnSpMk id="10" creationId="{ABCA51EB-362F-1DB5-FD2B-1790E6F13593}"/>
          </ac:cxnSpMkLst>
        </pc:cxnChg>
        <pc:cxnChg chg="add del">
          <ac:chgData name="Modjtahedzadeh, Kam [US] (SP) (Contr)" userId="7b547dff-5da5-46b9-aaeb-9f0b7566cdec" providerId="ADAL" clId="{B45B66EC-BF88-4D51-8BED-FFD5EB845A67}" dt="2026-06-12T16:28:08.777" v="125" actId="11529"/>
          <ac:cxnSpMkLst>
            <pc:docMk/>
            <pc:sldMk cId="608199637" sldId="256"/>
            <ac:cxnSpMk id="11" creationId="{1DA53557-F8DF-EC9E-AD21-D07B0E8E4FD5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20:42.400" v="67" actId="1582"/>
          <ac:cxnSpMkLst>
            <pc:docMk/>
            <pc:sldMk cId="608199637" sldId="256"/>
            <ac:cxnSpMk id="12" creationId="{451BC98D-0086-76FA-AC5D-A6A671D55B52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37:59.668" v="159" actId="1076"/>
          <ac:cxnSpMkLst>
            <pc:docMk/>
            <pc:sldMk cId="608199637" sldId="256"/>
            <ac:cxnSpMk id="14" creationId="{B63D0DFA-3F46-9E82-5B62-4BD287FE535C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41:00.896" v="182" actId="1076"/>
          <ac:cxnSpMkLst>
            <pc:docMk/>
            <pc:sldMk cId="608199637" sldId="256"/>
            <ac:cxnSpMk id="15" creationId="{08F359B0-46AD-B76C-9E52-CA56599D9754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20:36.783" v="66" actId="1582"/>
          <ac:cxnSpMkLst>
            <pc:docMk/>
            <pc:sldMk cId="608199637" sldId="256"/>
            <ac:cxnSpMk id="16" creationId="{03152A51-0BCD-5399-7007-59865E1FEBA0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7:38:52.528" v="639" actId="14100"/>
          <ac:cxnSpMkLst>
            <pc:docMk/>
            <pc:sldMk cId="608199637" sldId="256"/>
            <ac:cxnSpMk id="18" creationId="{CB71D73E-52DF-E6C6-6533-B39A72534719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7:18:46.795" v="576" actId="1076"/>
          <ac:cxnSpMkLst>
            <pc:docMk/>
            <pc:sldMk cId="608199637" sldId="256"/>
            <ac:cxnSpMk id="19" creationId="{9C5E3680-0626-AE27-EC5F-8740981FC0F8}"/>
          </ac:cxnSpMkLst>
        </pc:cxnChg>
        <pc:cxnChg chg="add del mod">
          <ac:chgData name="Modjtahedzadeh, Kam [US] (SP) (Contr)" userId="7b547dff-5da5-46b9-aaeb-9f0b7566cdec" providerId="ADAL" clId="{B45B66EC-BF88-4D51-8BED-FFD5EB845A67}" dt="2026-06-12T16:20:27.302" v="65" actId="478"/>
          <ac:cxnSpMkLst>
            <pc:docMk/>
            <pc:sldMk cId="608199637" sldId="256"/>
            <ac:cxnSpMk id="21" creationId="{7108DF23-2DFA-38DB-E69C-1E4BC5F26579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7:07:20.732" v="430" actId="1582"/>
          <ac:cxnSpMkLst>
            <pc:docMk/>
            <pc:sldMk cId="608199637" sldId="256"/>
            <ac:cxnSpMk id="23" creationId="{D389C4E5-1311-3F37-0A32-66BAC8BC20EC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46:37.763" v="211"/>
          <ac:cxnSpMkLst>
            <pc:docMk/>
            <pc:sldMk cId="608199637" sldId="256"/>
            <ac:cxnSpMk id="25" creationId="{335E6631-F4E5-CB75-1A1D-5ADD31DD393C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47:52.627" v="229" actId="13822"/>
          <ac:cxnSpMkLst>
            <pc:docMk/>
            <pc:sldMk cId="608199637" sldId="256"/>
            <ac:cxnSpMk id="28" creationId="{F01B75D1-E3C0-290C-8EA6-9B4B5C2762E6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47:58.829" v="231" actId="1076"/>
          <ac:cxnSpMkLst>
            <pc:docMk/>
            <pc:sldMk cId="608199637" sldId="256"/>
            <ac:cxnSpMk id="30" creationId="{D91EFFB3-4FD5-46B3-841E-FA8B77D4F5A7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50:11.939" v="270"/>
          <ac:cxnSpMkLst>
            <pc:docMk/>
            <pc:sldMk cId="608199637" sldId="256"/>
            <ac:cxnSpMk id="32" creationId="{214DC271-4FB4-78D3-C4AD-31C9CB595E13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7:32:08.746" v="586" actId="1582"/>
          <ac:cxnSpMkLst>
            <pc:docMk/>
            <pc:sldMk cId="608199637" sldId="256"/>
            <ac:cxnSpMk id="32" creationId="{CDB987CE-919B-C9F3-740A-7384047BF7FE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50:54.974" v="279" actId="1076"/>
          <ac:cxnSpMkLst>
            <pc:docMk/>
            <pc:sldMk cId="608199637" sldId="256"/>
            <ac:cxnSpMk id="33" creationId="{DB168BFA-0D03-B1A0-DF17-B1B1B4A7C6D7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7:19:36.687" v="580" actId="14100"/>
          <ac:cxnSpMkLst>
            <pc:docMk/>
            <pc:sldMk cId="608199637" sldId="256"/>
            <ac:cxnSpMk id="35" creationId="{D56C3292-ABAC-A06C-E1C6-703F36D449FA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7:35:01.105" v="622" actId="1076"/>
          <ac:cxnSpMkLst>
            <pc:docMk/>
            <pc:sldMk cId="608199637" sldId="256"/>
            <ac:cxnSpMk id="37" creationId="{85C6C0CA-FD26-7F31-C2E7-A8720712FEC9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6:53:25.613" v="307" actId="1076"/>
          <ac:cxnSpMkLst>
            <pc:docMk/>
            <pc:sldMk cId="608199637" sldId="256"/>
            <ac:cxnSpMk id="38" creationId="{5BEBF793-497B-7515-86AF-168039429E5C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7:37:56.106" v="632" actId="693"/>
          <ac:cxnSpMkLst>
            <pc:docMk/>
            <pc:sldMk cId="608199637" sldId="256"/>
            <ac:cxnSpMk id="39" creationId="{DE977487-433B-009C-B87E-2FFCD2AC0865}"/>
          </ac:cxnSpMkLst>
        </pc:cxnChg>
        <pc:cxnChg chg="add mod">
          <ac:chgData name="Modjtahedzadeh, Kam [US] (SP) (Contr)" userId="7b547dff-5da5-46b9-aaeb-9f0b7566cdec" providerId="ADAL" clId="{B45B66EC-BF88-4D51-8BED-FFD5EB845A67}" dt="2026-06-12T17:39:02.465" v="640" actId="208"/>
          <ac:cxnSpMkLst>
            <pc:docMk/>
            <pc:sldMk cId="608199637" sldId="256"/>
            <ac:cxnSpMk id="46" creationId="{CB1EB5C0-0393-C4DF-6C05-B017EA46D494}"/>
          </ac:cxnSpMkLst>
        </pc:cxnChg>
      </pc:sldChg>
      <pc:sldMasterChg chg="modSp modSldLayout">
        <pc:chgData name="Modjtahedzadeh, Kam [US] (SP) (Contr)" userId="7b547dff-5da5-46b9-aaeb-9f0b7566cdec" providerId="ADAL" clId="{B45B66EC-BF88-4D51-8BED-FFD5EB845A67}" dt="2026-06-12T17:33:28.999" v="600"/>
        <pc:sldMasterMkLst>
          <pc:docMk/>
          <pc:sldMasterMk cId="653049348" sldId="2147483648"/>
        </pc:sldMasterMkLst>
        <pc:spChg chg="mod">
          <ac:chgData name="Modjtahedzadeh, Kam [US] (SP) (Contr)" userId="7b547dff-5da5-46b9-aaeb-9f0b7566cdec" providerId="ADAL" clId="{B45B66EC-BF88-4D51-8BED-FFD5EB845A67}" dt="2026-06-12T17:33:28.999" v="600"/>
          <ac:spMkLst>
            <pc:docMk/>
            <pc:sldMasterMk cId="653049348" sldId="2147483648"/>
            <ac:spMk id="2" creationId="{2EEC7405-9BFA-5C32-04B8-9859A4868E02}"/>
          </ac:spMkLst>
        </pc:spChg>
        <pc:spChg chg="mod">
          <ac:chgData name="Modjtahedzadeh, Kam [US] (SP) (Contr)" userId="7b547dff-5da5-46b9-aaeb-9f0b7566cdec" providerId="ADAL" clId="{B45B66EC-BF88-4D51-8BED-FFD5EB845A67}" dt="2026-06-12T17:33:28.999" v="600"/>
          <ac:spMkLst>
            <pc:docMk/>
            <pc:sldMasterMk cId="653049348" sldId="2147483648"/>
            <ac:spMk id="3" creationId="{30EF8FE2-9C68-6A44-E077-59213D57765F}"/>
          </ac:spMkLst>
        </pc:spChg>
        <pc:spChg chg="mod">
          <ac:chgData name="Modjtahedzadeh, Kam [US] (SP) (Contr)" userId="7b547dff-5da5-46b9-aaeb-9f0b7566cdec" providerId="ADAL" clId="{B45B66EC-BF88-4D51-8BED-FFD5EB845A67}" dt="2026-06-12T17:33:28.999" v="600"/>
          <ac:spMkLst>
            <pc:docMk/>
            <pc:sldMasterMk cId="653049348" sldId="2147483648"/>
            <ac:spMk id="4" creationId="{1FE51A12-BF5C-3076-E0B7-F30D214DBBBE}"/>
          </ac:spMkLst>
        </pc:spChg>
        <pc:spChg chg="mod">
          <ac:chgData name="Modjtahedzadeh, Kam [US] (SP) (Contr)" userId="7b547dff-5da5-46b9-aaeb-9f0b7566cdec" providerId="ADAL" clId="{B45B66EC-BF88-4D51-8BED-FFD5EB845A67}" dt="2026-06-12T17:33:28.999" v="600"/>
          <ac:spMkLst>
            <pc:docMk/>
            <pc:sldMasterMk cId="653049348" sldId="2147483648"/>
            <ac:spMk id="5" creationId="{4806AF79-3A2D-BE24-B2A4-9270AE56A79E}"/>
          </ac:spMkLst>
        </pc:spChg>
        <pc:spChg chg="mod">
          <ac:chgData name="Modjtahedzadeh, Kam [US] (SP) (Contr)" userId="7b547dff-5da5-46b9-aaeb-9f0b7566cdec" providerId="ADAL" clId="{B45B66EC-BF88-4D51-8BED-FFD5EB845A67}" dt="2026-06-12T17:33:28.999" v="600"/>
          <ac:spMkLst>
            <pc:docMk/>
            <pc:sldMasterMk cId="653049348" sldId="2147483648"/>
            <ac:spMk id="6" creationId="{BFFE1257-917D-CE15-D80C-EA9F03FAF714}"/>
          </ac:spMkLst>
        </pc:spChg>
        <pc:sldLayoutChg chg="modSp">
          <pc:chgData name="Modjtahedzadeh, Kam [US] (SP) (Contr)" userId="7b547dff-5da5-46b9-aaeb-9f0b7566cdec" providerId="ADAL" clId="{B45B66EC-BF88-4D51-8BED-FFD5EB845A67}" dt="2026-06-12T17:33:28.999" v="600"/>
          <pc:sldLayoutMkLst>
            <pc:docMk/>
            <pc:sldMasterMk cId="653049348" sldId="2147483648"/>
            <pc:sldLayoutMk cId="3107379798" sldId="2147483649"/>
          </pc:sldLayoutMkLst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3107379798" sldId="2147483649"/>
              <ac:spMk id="2" creationId="{07668047-D048-35F6-7F77-3F7C77C4CAF5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3107379798" sldId="2147483649"/>
              <ac:spMk id="3" creationId="{E9CC2778-19E9-1A0E-9C01-9AA90A7D11C1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6-12T17:33:28.999" v="600"/>
          <pc:sldLayoutMkLst>
            <pc:docMk/>
            <pc:sldMasterMk cId="653049348" sldId="2147483648"/>
            <pc:sldLayoutMk cId="1957811871" sldId="2147483651"/>
          </pc:sldLayoutMkLst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1957811871" sldId="2147483651"/>
              <ac:spMk id="2" creationId="{E27A5159-7703-32EC-B48D-37D95EA1EB3F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1957811871" sldId="2147483651"/>
              <ac:spMk id="3" creationId="{365795C4-8C14-DC05-FA12-0CC772B2968C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6-12T17:33:28.999" v="600"/>
          <pc:sldLayoutMkLst>
            <pc:docMk/>
            <pc:sldMasterMk cId="653049348" sldId="2147483648"/>
            <pc:sldLayoutMk cId="3198624290" sldId="2147483652"/>
          </pc:sldLayoutMkLst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3198624290" sldId="2147483652"/>
              <ac:spMk id="3" creationId="{EDF7AFFF-8AA3-0D24-F88A-0830458E492C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3198624290" sldId="2147483652"/>
              <ac:spMk id="4" creationId="{7DC955D3-7146-A5A1-ADF4-765A33286166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6-12T17:33:28.999" v="600"/>
          <pc:sldLayoutMkLst>
            <pc:docMk/>
            <pc:sldMasterMk cId="653049348" sldId="2147483648"/>
            <pc:sldLayoutMk cId="2882650145" sldId="2147483653"/>
          </pc:sldLayoutMkLst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2882650145" sldId="2147483653"/>
              <ac:spMk id="2" creationId="{EA857454-5B74-0C50-DC53-A8435A82B60E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2882650145" sldId="2147483653"/>
              <ac:spMk id="3" creationId="{7A9B3895-0D3E-C511-E21F-D527E184A259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2882650145" sldId="2147483653"/>
              <ac:spMk id="4" creationId="{0D5780AE-6C4D-240B-E19A-FC8637F71472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2882650145" sldId="2147483653"/>
              <ac:spMk id="5" creationId="{80742CD0-96DC-7E85-F7CD-C588A5DCB3F1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2882650145" sldId="2147483653"/>
              <ac:spMk id="6" creationId="{BFB2EE17-1545-BF66-A095-AEAD71E7CEE3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6-12T17:33:28.999" v="600"/>
          <pc:sldLayoutMkLst>
            <pc:docMk/>
            <pc:sldMasterMk cId="653049348" sldId="2147483648"/>
            <pc:sldLayoutMk cId="4023819205" sldId="2147483656"/>
          </pc:sldLayoutMkLst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4023819205" sldId="2147483656"/>
              <ac:spMk id="2" creationId="{84CC05B5-33FC-1A4C-04E7-63502EEA17B3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4023819205" sldId="2147483656"/>
              <ac:spMk id="3" creationId="{780A0F04-A494-9457-4B0C-BD55C848DBCF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4023819205" sldId="2147483656"/>
              <ac:spMk id="4" creationId="{EC8F72B4-AAB6-3458-C81B-6BD7AB95F8D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6-12T17:33:28.999" v="600"/>
          <pc:sldLayoutMkLst>
            <pc:docMk/>
            <pc:sldMasterMk cId="653049348" sldId="2147483648"/>
            <pc:sldLayoutMk cId="2985851280" sldId="2147483657"/>
          </pc:sldLayoutMkLst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2985851280" sldId="2147483657"/>
              <ac:spMk id="2" creationId="{5E6959C8-0E66-4056-1625-91ABD222984B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2985851280" sldId="2147483657"/>
              <ac:spMk id="3" creationId="{DF4B2E76-A4E5-F2EF-0B15-191EDF5015ED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2985851280" sldId="2147483657"/>
              <ac:spMk id="4" creationId="{CB9D095B-6030-AFB9-36B4-B474D92DB98F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6-12T17:33:28.999" v="600"/>
          <pc:sldLayoutMkLst>
            <pc:docMk/>
            <pc:sldMasterMk cId="653049348" sldId="2147483648"/>
            <pc:sldLayoutMk cId="4144958674" sldId="2147483659"/>
          </pc:sldLayoutMkLst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4144958674" sldId="2147483659"/>
              <ac:spMk id="2" creationId="{180A8369-F875-20AE-2291-11A3A99967BA}"/>
            </ac:spMkLst>
          </pc:spChg>
          <pc:spChg chg="mod">
            <ac:chgData name="Modjtahedzadeh, Kam [US] (SP) (Contr)" userId="7b547dff-5da5-46b9-aaeb-9f0b7566cdec" providerId="ADAL" clId="{B45B66EC-BF88-4D51-8BED-FFD5EB845A67}" dt="2026-06-12T17:33:28.999" v="600"/>
            <ac:spMkLst>
              <pc:docMk/>
              <pc:sldMasterMk cId="653049348" sldId="2147483648"/>
              <pc:sldLayoutMk cId="4144958674" sldId="2147483659"/>
              <ac:spMk id="3" creationId="{292F4520-3448-CB5A-D1A5-6ED1B9E19136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8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8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2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95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2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6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7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8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9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6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4F434C-8751-4073-A9AA-C62287FAAC7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71856-1FE1-4966-B985-0C73AF2B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12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A301EEB-C584-92EF-732F-C22FE8FD4AF9}"/>
              </a:ext>
            </a:extLst>
          </p:cNvPr>
          <p:cNvSpPr/>
          <p:nvPr/>
        </p:nvSpPr>
        <p:spPr>
          <a:xfrm>
            <a:off x="2350008" y="685800"/>
            <a:ext cx="4572000" cy="521208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E1C6108-000F-12B6-6440-A3059B9B3242}"/>
              </a:ext>
            </a:extLst>
          </p:cNvPr>
          <p:cNvSpPr/>
          <p:nvPr/>
        </p:nvSpPr>
        <p:spPr>
          <a:xfrm>
            <a:off x="5581279" y="2743200"/>
            <a:ext cx="1097280" cy="109728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06B83D-8536-30B8-079F-1CC6AEEED099}"/>
              </a:ext>
            </a:extLst>
          </p:cNvPr>
          <p:cNvCxnSpPr>
            <a:cxnSpLocks/>
          </p:cNvCxnSpPr>
          <p:nvPr/>
        </p:nvCxnSpPr>
        <p:spPr>
          <a:xfrm>
            <a:off x="935736" y="3291840"/>
            <a:ext cx="727862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1BC98D-0086-76FA-AC5D-A6A671D55B52}"/>
              </a:ext>
            </a:extLst>
          </p:cNvPr>
          <p:cNvCxnSpPr>
            <a:cxnSpLocks/>
          </p:cNvCxnSpPr>
          <p:nvPr/>
        </p:nvCxnSpPr>
        <p:spPr>
          <a:xfrm>
            <a:off x="3142097" y="3136392"/>
            <a:ext cx="0" cy="31089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152A51-0BCD-5399-7007-59865E1FEBA0}"/>
              </a:ext>
            </a:extLst>
          </p:cNvPr>
          <p:cNvCxnSpPr>
            <a:cxnSpLocks/>
          </p:cNvCxnSpPr>
          <p:nvPr/>
        </p:nvCxnSpPr>
        <p:spPr>
          <a:xfrm>
            <a:off x="4636008" y="3136392"/>
            <a:ext cx="0" cy="31089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935C698-CE43-37E3-84DB-A4D414A7B3EE}"/>
              </a:ext>
            </a:extLst>
          </p:cNvPr>
          <p:cNvSpPr/>
          <p:nvPr/>
        </p:nvSpPr>
        <p:spPr>
          <a:xfrm>
            <a:off x="2350008" y="1005840"/>
            <a:ext cx="4572000" cy="4572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25146-F263-C32A-A452-65F29E135D7B}"/>
              </a:ext>
            </a:extLst>
          </p:cNvPr>
          <p:cNvCxnSpPr>
            <a:cxnSpLocks/>
          </p:cNvCxnSpPr>
          <p:nvPr/>
        </p:nvCxnSpPr>
        <p:spPr>
          <a:xfrm>
            <a:off x="5393437" y="822960"/>
            <a:ext cx="4500" cy="246888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71D73E-52DF-E6C6-6533-B39A72534719}"/>
              </a:ext>
            </a:extLst>
          </p:cNvPr>
          <p:cNvCxnSpPr>
            <a:cxnSpLocks/>
          </p:cNvCxnSpPr>
          <p:nvPr/>
        </p:nvCxnSpPr>
        <p:spPr>
          <a:xfrm flipV="1">
            <a:off x="1438656" y="1022247"/>
            <a:ext cx="0" cy="2269594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8CD841-B047-6595-FE1A-8A63167F069D}"/>
                  </a:ext>
                </a:extLst>
              </p:cNvPr>
              <p:cNvSpPr txBox="1"/>
              <p:nvPr/>
            </p:nvSpPr>
            <p:spPr>
              <a:xfrm>
                <a:off x="1134114" y="1916668"/>
                <a:ext cx="2359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8CD841-B047-6595-FE1A-8A63167F0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14" y="1916668"/>
                <a:ext cx="235962" cy="369332"/>
              </a:xfrm>
              <a:prstGeom prst="rect">
                <a:avLst/>
              </a:prstGeom>
              <a:blipFill>
                <a:blip r:embed="rId2"/>
                <a:stretch>
                  <a:fillRect l="-33333" r="-28205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0B8156-F2B4-4ECC-C5F3-8E5C91422682}"/>
              </a:ext>
            </a:extLst>
          </p:cNvPr>
          <p:cNvCxnSpPr>
            <a:cxnSpLocks/>
          </p:cNvCxnSpPr>
          <p:nvPr/>
        </p:nvCxnSpPr>
        <p:spPr>
          <a:xfrm flipV="1">
            <a:off x="4636009" y="850392"/>
            <a:ext cx="757429" cy="2441448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7A1B6B4-4928-3D66-BE54-7484A39A51AA}"/>
              </a:ext>
            </a:extLst>
          </p:cNvPr>
          <p:cNvSpPr/>
          <p:nvPr/>
        </p:nvSpPr>
        <p:spPr>
          <a:xfrm>
            <a:off x="5256278" y="1005839"/>
            <a:ext cx="274320" cy="27432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3D0DFA-3F46-9E82-5B62-4BD287FE535C}"/>
              </a:ext>
            </a:extLst>
          </p:cNvPr>
          <p:cNvCxnSpPr>
            <a:cxnSpLocks/>
          </p:cNvCxnSpPr>
          <p:nvPr/>
        </p:nvCxnSpPr>
        <p:spPr>
          <a:xfrm>
            <a:off x="6147308" y="3685032"/>
            <a:ext cx="0" cy="31089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F359B0-46AD-B76C-9E52-CA56599D9754}"/>
              </a:ext>
            </a:extLst>
          </p:cNvPr>
          <p:cNvCxnSpPr>
            <a:cxnSpLocks/>
          </p:cNvCxnSpPr>
          <p:nvPr/>
        </p:nvCxnSpPr>
        <p:spPr>
          <a:xfrm>
            <a:off x="2235708" y="3685032"/>
            <a:ext cx="0" cy="31089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5E3680-0626-AE27-EC5F-8740981FC0F8}"/>
              </a:ext>
            </a:extLst>
          </p:cNvPr>
          <p:cNvCxnSpPr>
            <a:cxnSpLocks/>
            <a:stCxn id="3" idx="4"/>
          </p:cNvCxnSpPr>
          <p:nvPr/>
        </p:nvCxnSpPr>
        <p:spPr>
          <a:xfrm flipH="1">
            <a:off x="2235709" y="3840480"/>
            <a:ext cx="389421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39E494-95C5-393D-98F1-F5F3AC74A0A3}"/>
                  </a:ext>
                </a:extLst>
              </p:cNvPr>
              <p:cNvSpPr txBox="1"/>
              <p:nvPr/>
            </p:nvSpPr>
            <p:spPr>
              <a:xfrm>
                <a:off x="3444264" y="4039388"/>
                <a:ext cx="1243546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apofocus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39E494-95C5-393D-98F1-F5F3AC74A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264" y="4039388"/>
                <a:ext cx="1243546" cy="398955"/>
              </a:xfrm>
              <a:prstGeom prst="rect">
                <a:avLst/>
              </a:prstGeom>
              <a:blipFill>
                <a:blip r:embed="rId3"/>
                <a:stretch>
                  <a:fillRect l="-980" r="-34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D604E7-A002-DA24-C802-882EDF1297C7}"/>
                  </a:ext>
                </a:extLst>
              </p:cNvPr>
              <p:cNvSpPr txBox="1"/>
              <p:nvPr/>
            </p:nvSpPr>
            <p:spPr>
              <a:xfrm>
                <a:off x="795852" y="3315700"/>
                <a:ext cx="12856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Apofocus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D604E7-A002-DA24-C802-882EDF129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52" y="3315700"/>
                <a:ext cx="1285608" cy="369332"/>
              </a:xfrm>
              <a:prstGeom prst="rect">
                <a:avLst/>
              </a:prstGeom>
              <a:blipFill>
                <a:blip r:embed="rId4"/>
                <a:stretch>
                  <a:fillRect l="-8571" t="-1639" r="-8571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9DB779-5725-4915-1ABE-6BE0B1CBF815}"/>
              </a:ext>
            </a:extLst>
          </p:cNvPr>
          <p:cNvCxnSpPr>
            <a:cxnSpLocks/>
          </p:cNvCxnSpPr>
          <p:nvPr/>
        </p:nvCxnSpPr>
        <p:spPr>
          <a:xfrm>
            <a:off x="6974623" y="3685032"/>
            <a:ext cx="0" cy="31089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CA51EB-362F-1DB5-FD2B-1790E6F13593}"/>
              </a:ext>
            </a:extLst>
          </p:cNvPr>
          <p:cNvCxnSpPr>
            <a:cxnSpLocks/>
          </p:cNvCxnSpPr>
          <p:nvPr/>
        </p:nvCxnSpPr>
        <p:spPr>
          <a:xfrm flipH="1">
            <a:off x="6147309" y="3840480"/>
            <a:ext cx="82731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169BE1-8775-D820-4385-3DDBC4985521}"/>
                  </a:ext>
                </a:extLst>
              </p:cNvPr>
              <p:cNvSpPr txBox="1"/>
              <p:nvPr/>
            </p:nvSpPr>
            <p:spPr>
              <a:xfrm>
                <a:off x="5437899" y="4032558"/>
                <a:ext cx="1240661" cy="402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perifocus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169BE1-8775-D820-4385-3DDBC4985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899" y="4032558"/>
                <a:ext cx="1240661" cy="402226"/>
              </a:xfrm>
              <a:prstGeom prst="rect">
                <a:avLst/>
              </a:prstGeom>
              <a:blipFill>
                <a:blip r:embed="rId5"/>
                <a:stretch>
                  <a:fillRect l="-2941" r="-4902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01B75D1-E3C0-290C-8EA6-9B4B5C2762E6}"/>
              </a:ext>
            </a:extLst>
          </p:cNvPr>
          <p:cNvCxnSpPr>
            <a:cxnSpLocks/>
          </p:cNvCxnSpPr>
          <p:nvPr/>
        </p:nvCxnSpPr>
        <p:spPr>
          <a:xfrm flipH="1">
            <a:off x="6164699" y="3927398"/>
            <a:ext cx="396267" cy="223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91EFFB3-4FD5-46B3-841E-FA8B77D4F5A7}"/>
              </a:ext>
            </a:extLst>
          </p:cNvPr>
          <p:cNvCxnSpPr>
            <a:cxnSpLocks/>
          </p:cNvCxnSpPr>
          <p:nvPr/>
        </p:nvCxnSpPr>
        <p:spPr>
          <a:xfrm flipH="1">
            <a:off x="4278735" y="3920569"/>
            <a:ext cx="396267" cy="223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759A56-C2CD-C877-C417-EB6A59D14B39}"/>
                  </a:ext>
                </a:extLst>
              </p:cNvPr>
              <p:cNvSpPr txBox="1"/>
              <p:nvPr/>
            </p:nvSpPr>
            <p:spPr>
              <a:xfrm>
                <a:off x="7130310" y="3358584"/>
                <a:ext cx="12952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Perifocus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759A56-C2CD-C877-C417-EB6A59D14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310" y="3358584"/>
                <a:ext cx="1295226" cy="369332"/>
              </a:xfrm>
              <a:prstGeom prst="rect">
                <a:avLst/>
              </a:prstGeom>
              <a:blipFill>
                <a:blip r:embed="rId6"/>
                <a:stretch>
                  <a:fillRect l="-5660" r="-5660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B168BFA-0D03-B1A0-DF17-B1B1B4A7C6D7}"/>
              </a:ext>
            </a:extLst>
          </p:cNvPr>
          <p:cNvCxnSpPr>
            <a:cxnSpLocks/>
          </p:cNvCxnSpPr>
          <p:nvPr/>
        </p:nvCxnSpPr>
        <p:spPr>
          <a:xfrm>
            <a:off x="4675001" y="5897880"/>
            <a:ext cx="0" cy="31089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6C3292-ABAC-A06C-E1C6-703F36D449FA}"/>
              </a:ext>
            </a:extLst>
          </p:cNvPr>
          <p:cNvCxnSpPr>
            <a:cxnSpLocks/>
          </p:cNvCxnSpPr>
          <p:nvPr/>
        </p:nvCxnSpPr>
        <p:spPr>
          <a:xfrm>
            <a:off x="6974623" y="4144547"/>
            <a:ext cx="0" cy="210402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EBF793-497B-7515-86AF-168039429E5C}"/>
              </a:ext>
            </a:extLst>
          </p:cNvPr>
          <p:cNvCxnSpPr>
            <a:cxnSpLocks/>
          </p:cNvCxnSpPr>
          <p:nvPr/>
        </p:nvCxnSpPr>
        <p:spPr>
          <a:xfrm flipH="1">
            <a:off x="4687810" y="6055241"/>
            <a:ext cx="226692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D59D5D2-03A1-C738-273A-633AE1D23C9D}"/>
                  </a:ext>
                </a:extLst>
              </p:cNvPr>
              <p:cNvSpPr txBox="1"/>
              <p:nvPr/>
            </p:nvSpPr>
            <p:spPr>
              <a:xfrm>
                <a:off x="5700501" y="5714240"/>
                <a:ext cx="2415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D59D5D2-03A1-C738-273A-633AE1D23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501" y="5714240"/>
                <a:ext cx="241541" cy="369332"/>
              </a:xfrm>
              <a:prstGeom prst="rect">
                <a:avLst/>
              </a:prstGeom>
              <a:blipFill>
                <a:blip r:embed="rId7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7B398E70-31F0-1370-FADE-05CD922E4864}"/>
              </a:ext>
            </a:extLst>
          </p:cNvPr>
          <p:cNvSpPr/>
          <p:nvPr/>
        </p:nvSpPr>
        <p:spPr>
          <a:xfrm rot="16200000">
            <a:off x="4594812" y="2838102"/>
            <a:ext cx="685901" cy="221575"/>
          </a:xfrm>
          <a:prstGeom prst="curvedUpArrow">
            <a:avLst>
              <a:gd name="adj1" fmla="val 13558"/>
              <a:gd name="adj2" fmla="val 83121"/>
              <a:gd name="adj3" fmla="val 6022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FFB5D9-AB87-DDB2-8992-AC242DC5765C}"/>
                  </a:ext>
                </a:extLst>
              </p:cNvPr>
              <p:cNvSpPr txBox="1"/>
              <p:nvPr/>
            </p:nvSpPr>
            <p:spPr>
              <a:xfrm>
                <a:off x="5043338" y="2786108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Ξ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FFB5D9-AB87-DDB2-8992-AC242DC57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338" y="2786108"/>
                <a:ext cx="238847" cy="369332"/>
              </a:xfrm>
              <a:prstGeom prst="rect">
                <a:avLst/>
              </a:prstGeom>
              <a:blipFill>
                <a:blip r:embed="rId8"/>
                <a:stretch>
                  <a:fillRect l="-30000" r="-30000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89C4E5-1311-3F37-0A32-66BAC8BC20EC}"/>
              </a:ext>
            </a:extLst>
          </p:cNvPr>
          <p:cNvCxnSpPr>
            <a:cxnSpLocks/>
            <a:endCxn id="11" idx="4"/>
          </p:cNvCxnSpPr>
          <p:nvPr/>
        </p:nvCxnSpPr>
        <p:spPr>
          <a:xfrm flipH="1" flipV="1">
            <a:off x="5393439" y="1280159"/>
            <a:ext cx="736481" cy="201168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681C267-02A7-585A-11FD-6D1E1CE68A91}"/>
                  </a:ext>
                </a:extLst>
              </p:cNvPr>
              <p:cNvSpPr txBox="1"/>
              <p:nvPr/>
            </p:nvSpPr>
            <p:spPr>
              <a:xfrm>
                <a:off x="5654117" y="1589401"/>
                <a:ext cx="2151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681C267-02A7-585A-11FD-6D1E1CE68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117" y="1589401"/>
                <a:ext cx="215123" cy="369332"/>
              </a:xfrm>
              <a:prstGeom prst="rect">
                <a:avLst/>
              </a:prstGeom>
              <a:blipFill>
                <a:blip r:embed="rId9"/>
                <a:stretch>
                  <a:fillRect l="-40000" t="-40000" r="-100000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D035D8AA-817C-442B-44B7-5CD2B927F9CB}"/>
              </a:ext>
            </a:extLst>
          </p:cNvPr>
          <p:cNvSpPr/>
          <p:nvPr/>
        </p:nvSpPr>
        <p:spPr>
          <a:xfrm rot="12993464">
            <a:off x="5919430" y="2573956"/>
            <a:ext cx="1046484" cy="374905"/>
          </a:xfrm>
          <a:prstGeom prst="curvedUpArrow">
            <a:avLst>
              <a:gd name="adj1" fmla="val 0"/>
              <a:gd name="adj2" fmla="val 41687"/>
              <a:gd name="adj3" fmla="val 3335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3D9732-6EBA-E05E-38DA-59A1BAC0F88C}"/>
                  </a:ext>
                </a:extLst>
              </p:cNvPr>
              <p:cNvSpPr txBox="1"/>
              <p:nvPr/>
            </p:nvSpPr>
            <p:spPr>
              <a:xfrm>
                <a:off x="6244218" y="2090956"/>
                <a:ext cx="2414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3D9732-6EBA-E05E-38DA-59A1BAC0F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218" y="2090956"/>
                <a:ext cx="241476" cy="369332"/>
              </a:xfrm>
              <a:prstGeom prst="rect">
                <a:avLst/>
              </a:prstGeom>
              <a:blipFill>
                <a:blip r:embed="rId10"/>
                <a:stretch>
                  <a:fillRect l="-45000" t="-1639" r="-400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B987CE-919B-C9F3-740A-7384047BF7FE}"/>
              </a:ext>
            </a:extLst>
          </p:cNvPr>
          <p:cNvCxnSpPr>
            <a:cxnSpLocks/>
          </p:cNvCxnSpPr>
          <p:nvPr/>
        </p:nvCxnSpPr>
        <p:spPr>
          <a:xfrm flipH="1" flipV="1">
            <a:off x="4300729" y="848478"/>
            <a:ext cx="931545" cy="23737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4545CBA-CAD6-9E1A-70E9-DC416C9A85B5}"/>
                  </a:ext>
                </a:extLst>
              </p:cNvPr>
              <p:cNvSpPr txBox="1"/>
              <p:nvPr/>
            </p:nvSpPr>
            <p:spPr>
              <a:xfrm>
                <a:off x="4657318" y="1020002"/>
                <a:ext cx="238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4545CBA-CAD6-9E1A-70E9-DC416C9A8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318" y="1020002"/>
                <a:ext cx="238270" cy="369332"/>
              </a:xfrm>
              <a:prstGeom prst="rect">
                <a:avLst/>
              </a:prstGeom>
              <a:blipFill>
                <a:blip r:embed="rId11"/>
                <a:stretch>
                  <a:fillRect l="-28205" t="-37705" r="-97436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5C0EDF1-1323-3721-62F3-877C7BD18901}"/>
                  </a:ext>
                </a:extLst>
              </p:cNvPr>
              <p:cNvSpPr txBox="1"/>
              <p:nvPr/>
            </p:nvSpPr>
            <p:spPr>
              <a:xfrm>
                <a:off x="2690966" y="2522985"/>
                <a:ext cx="17617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Empty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Focus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5C0EDF1-1323-3721-62F3-877C7BD18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966" y="2522985"/>
                <a:ext cx="1761701" cy="369332"/>
              </a:xfrm>
              <a:prstGeom prst="rect">
                <a:avLst/>
              </a:prstGeom>
              <a:blipFill>
                <a:blip r:embed="rId12"/>
                <a:stretch>
                  <a:fillRect l="-5882" r="-415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C6C0CA-FD26-7F31-C2E7-A8720712FEC9}"/>
              </a:ext>
            </a:extLst>
          </p:cNvPr>
          <p:cNvCxnSpPr>
            <a:cxnSpLocks/>
          </p:cNvCxnSpPr>
          <p:nvPr/>
        </p:nvCxnSpPr>
        <p:spPr>
          <a:xfrm flipH="1">
            <a:off x="3273406" y="2910501"/>
            <a:ext cx="396267" cy="223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E977487-433B-009C-B87E-2FFCD2AC0865}"/>
              </a:ext>
            </a:extLst>
          </p:cNvPr>
          <p:cNvCxnSpPr>
            <a:cxnSpLocks/>
            <a:stCxn id="22" idx="0"/>
          </p:cNvCxnSpPr>
          <p:nvPr/>
        </p:nvCxnSpPr>
        <p:spPr>
          <a:xfrm flipH="1">
            <a:off x="1646683" y="1005840"/>
            <a:ext cx="2989325" cy="16407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B1EB5C0-0393-C4DF-6C05-B017EA46D494}"/>
              </a:ext>
            </a:extLst>
          </p:cNvPr>
          <p:cNvCxnSpPr>
            <a:cxnSpLocks/>
          </p:cNvCxnSpPr>
          <p:nvPr/>
        </p:nvCxnSpPr>
        <p:spPr>
          <a:xfrm>
            <a:off x="1238276" y="1022247"/>
            <a:ext cx="4699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19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12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>Northrop Grumman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Modjtahedzadeh, Kam [US] (SP) (Contr)</dc:creator>
  <cp:lastModifiedBy>Modjtahedzadeh, Kam [US] (SP) (Contr)</cp:lastModifiedBy>
  <cp:revision>1</cp:revision>
  <dcterms:created xsi:type="dcterms:W3CDTF">2026-06-12T16:14:53Z</dcterms:created>
  <dcterms:modified xsi:type="dcterms:W3CDTF">2026-06-12T17:39:11Z</dcterms:modified>
</cp:coreProperties>
</file>