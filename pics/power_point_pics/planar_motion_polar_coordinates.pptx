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54864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255466-6BAA-416E-9107-85D3307DDC35}" v="6" dt="2026-06-02T18:12:29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27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djtahedzadeh, Kam [US] (SP) (Contr)" userId="7b547dff-5da5-46b9-aaeb-9f0b7566cdec" providerId="ADAL" clId="{B45B66EC-BF88-4D51-8BED-FFD5EB845A67}"/>
    <pc:docChg chg="undo redo custSel addSld modSld modMainMaster">
      <pc:chgData name="Modjtahedzadeh, Kam [US] (SP) (Contr)" userId="7b547dff-5da5-46b9-aaeb-9f0b7566cdec" providerId="ADAL" clId="{B45B66EC-BF88-4D51-8BED-FFD5EB845A67}" dt="2026-06-02T18:12:29.348" v="151"/>
      <pc:docMkLst>
        <pc:docMk/>
      </pc:docMkLst>
      <pc:sldChg chg="addSp delSp modSp new mod">
        <pc:chgData name="Modjtahedzadeh, Kam [US] (SP) (Contr)" userId="7b547dff-5da5-46b9-aaeb-9f0b7566cdec" providerId="ADAL" clId="{B45B66EC-BF88-4D51-8BED-FFD5EB845A67}" dt="2026-06-02T18:12:29.348" v="151"/>
        <pc:sldMkLst>
          <pc:docMk/>
          <pc:sldMk cId="3849547886" sldId="256"/>
        </pc:sldMkLst>
        <pc:spChg chg="add mod">
          <ac:chgData name="Modjtahedzadeh, Kam [US] (SP) (Contr)" userId="7b547dff-5da5-46b9-aaeb-9f0b7566cdec" providerId="ADAL" clId="{B45B66EC-BF88-4D51-8BED-FFD5EB845A67}" dt="2026-05-27T16:29:51.780" v="145" actId="1076"/>
          <ac:spMkLst>
            <pc:docMk/>
            <pc:sldMk cId="3849547886" sldId="256"/>
            <ac:spMk id="15" creationId="{12B44205-16F2-1600-DD92-E6A1A7C37ED7}"/>
          </ac:spMkLst>
        </pc:spChg>
        <pc:spChg chg="add mod">
          <ac:chgData name="Modjtahedzadeh, Kam [US] (SP) (Contr)" userId="7b547dff-5da5-46b9-aaeb-9f0b7566cdec" providerId="ADAL" clId="{B45B66EC-BF88-4D51-8BED-FFD5EB845A67}" dt="2026-05-27T16:29:51.780" v="145" actId="1076"/>
          <ac:spMkLst>
            <pc:docMk/>
            <pc:sldMk cId="3849547886" sldId="256"/>
            <ac:spMk id="17" creationId="{6F2DF393-BBA7-CDE2-74EF-B6641A6361F1}"/>
          </ac:spMkLst>
        </pc:spChg>
        <pc:spChg chg="add mod">
          <ac:chgData name="Modjtahedzadeh, Kam [US] (SP) (Contr)" userId="7b547dff-5da5-46b9-aaeb-9f0b7566cdec" providerId="ADAL" clId="{B45B66EC-BF88-4D51-8BED-FFD5EB845A67}" dt="2026-05-27T16:29:51.780" v="145" actId="1076"/>
          <ac:spMkLst>
            <pc:docMk/>
            <pc:sldMk cId="3849547886" sldId="256"/>
            <ac:spMk id="25" creationId="{67441FFA-FE01-A358-877C-37D2D65B9DC4}"/>
          </ac:spMkLst>
        </pc:spChg>
        <pc:spChg chg="add mod">
          <ac:chgData name="Modjtahedzadeh, Kam [US] (SP) (Contr)" userId="7b547dff-5da5-46b9-aaeb-9f0b7566cdec" providerId="ADAL" clId="{B45B66EC-BF88-4D51-8BED-FFD5EB845A67}" dt="2026-05-27T16:29:51.780" v="145" actId="1076"/>
          <ac:spMkLst>
            <pc:docMk/>
            <pc:sldMk cId="3849547886" sldId="256"/>
            <ac:spMk id="26" creationId="{76DD49AD-0523-19C2-0D5F-4E8763E58828}"/>
          </ac:spMkLst>
        </pc:spChg>
        <pc:spChg chg="add mod">
          <ac:chgData name="Modjtahedzadeh, Kam [US] (SP) (Contr)" userId="7b547dff-5da5-46b9-aaeb-9f0b7566cdec" providerId="ADAL" clId="{B45B66EC-BF88-4D51-8BED-FFD5EB845A67}" dt="2026-06-02T18:12:23.263" v="148"/>
          <ac:spMkLst>
            <pc:docMk/>
            <pc:sldMk cId="3849547886" sldId="256"/>
            <ac:spMk id="27" creationId="{565F4683-996E-C335-092C-7A48F605F572}"/>
          </ac:spMkLst>
        </pc:spChg>
        <pc:spChg chg="add mod">
          <ac:chgData name="Modjtahedzadeh, Kam [US] (SP) (Contr)" userId="7b547dff-5da5-46b9-aaeb-9f0b7566cdec" providerId="ADAL" clId="{B45B66EC-BF88-4D51-8BED-FFD5EB845A67}" dt="2026-06-02T18:12:29.348" v="151"/>
          <ac:spMkLst>
            <pc:docMk/>
            <pc:sldMk cId="3849547886" sldId="256"/>
            <ac:spMk id="38" creationId="{FB728CF4-5993-F3BB-1B96-8BC04981B245}"/>
          </ac:spMkLst>
        </pc:spChg>
        <pc:spChg chg="add mod">
          <ac:chgData name="Modjtahedzadeh, Kam [US] (SP) (Contr)" userId="7b547dff-5da5-46b9-aaeb-9f0b7566cdec" providerId="ADAL" clId="{B45B66EC-BF88-4D51-8BED-FFD5EB845A67}" dt="2026-05-27T16:29:51.780" v="145" actId="1076"/>
          <ac:spMkLst>
            <pc:docMk/>
            <pc:sldMk cId="3849547886" sldId="256"/>
            <ac:spMk id="39" creationId="{C380871E-590B-5255-3FB1-C9B03A4972DE}"/>
          </ac:spMkLst>
        </pc:spChg>
        <pc:spChg chg="add mod">
          <ac:chgData name="Modjtahedzadeh, Kam [US] (SP) (Contr)" userId="7b547dff-5da5-46b9-aaeb-9f0b7566cdec" providerId="ADAL" clId="{B45B66EC-BF88-4D51-8BED-FFD5EB845A67}" dt="2026-05-27T16:29:51.780" v="145" actId="1076"/>
          <ac:spMkLst>
            <pc:docMk/>
            <pc:sldMk cId="3849547886" sldId="256"/>
            <ac:spMk id="40" creationId="{FF553C93-6833-D4CB-F86D-716B44DB765F}"/>
          </ac:spMkLst>
        </pc:spChg>
        <pc:spChg chg="add mod">
          <ac:chgData name="Modjtahedzadeh, Kam [US] (SP) (Contr)" userId="7b547dff-5da5-46b9-aaeb-9f0b7566cdec" providerId="ADAL" clId="{B45B66EC-BF88-4D51-8BED-FFD5EB845A67}" dt="2026-05-27T16:29:51.780" v="145" actId="1076"/>
          <ac:spMkLst>
            <pc:docMk/>
            <pc:sldMk cId="3849547886" sldId="256"/>
            <ac:spMk id="41" creationId="{96FF9207-EE30-A435-53D7-24A8BFF9BE4B}"/>
          </ac:spMkLst>
        </pc:spChg>
        <pc:spChg chg="add mod">
          <ac:chgData name="Modjtahedzadeh, Kam [US] (SP) (Contr)" userId="7b547dff-5da5-46b9-aaeb-9f0b7566cdec" providerId="ADAL" clId="{B45B66EC-BF88-4D51-8BED-FFD5EB845A67}" dt="2026-05-27T16:29:49.558" v="142" actId="1076"/>
          <ac:spMkLst>
            <pc:docMk/>
            <pc:sldMk cId="3849547886" sldId="256"/>
            <ac:spMk id="43" creationId="{6A02DA09-FA57-9F53-43C9-4A6DF4F17622}"/>
          </ac:spMkLst>
        </pc:spChg>
        <pc:spChg chg="add mod">
          <ac:chgData name="Modjtahedzadeh, Kam [US] (SP) (Contr)" userId="7b547dff-5da5-46b9-aaeb-9f0b7566cdec" providerId="ADAL" clId="{B45B66EC-BF88-4D51-8BED-FFD5EB845A67}" dt="2026-05-27T16:29:51.780" v="145" actId="1076"/>
          <ac:spMkLst>
            <pc:docMk/>
            <pc:sldMk cId="3849547886" sldId="256"/>
            <ac:spMk id="44" creationId="{4A461F0C-D4C3-C43C-CFFB-21E2652A16FD}"/>
          </ac:spMkLst>
        </pc:spChg>
        <pc:cxnChg chg="add mod">
          <ac:chgData name="Modjtahedzadeh, Kam [US] (SP) (Contr)" userId="7b547dff-5da5-46b9-aaeb-9f0b7566cdec" providerId="ADAL" clId="{B45B66EC-BF88-4D51-8BED-FFD5EB845A67}" dt="2026-05-27T16:18:25.360" v="12" actId="14100"/>
          <ac:cxnSpMkLst>
            <pc:docMk/>
            <pc:sldMk cId="3849547886" sldId="256"/>
            <ac:cxnSpMk id="5" creationId="{80B2FB02-0BA1-2761-B7DD-379C7D04A736}"/>
          </ac:cxnSpMkLst>
        </pc:cxnChg>
        <pc:cxnChg chg="add mod">
          <ac:chgData name="Modjtahedzadeh, Kam [US] (SP) (Contr)" userId="7b547dff-5da5-46b9-aaeb-9f0b7566cdec" providerId="ADAL" clId="{B45B66EC-BF88-4D51-8BED-FFD5EB845A67}" dt="2026-05-27T16:18:30.419" v="13" actId="14100"/>
          <ac:cxnSpMkLst>
            <pc:docMk/>
            <pc:sldMk cId="3849547886" sldId="256"/>
            <ac:cxnSpMk id="7" creationId="{D16C7F15-173A-8E0E-9EED-9915C7625EA3}"/>
          </ac:cxnSpMkLst>
        </pc:cxnChg>
        <pc:cxnChg chg="add mod">
          <ac:chgData name="Modjtahedzadeh, Kam [US] (SP) (Contr)" userId="7b547dff-5da5-46b9-aaeb-9f0b7566cdec" providerId="ADAL" clId="{B45B66EC-BF88-4D51-8BED-FFD5EB845A67}" dt="2026-05-27T16:19:47.081" v="36" actId="14100"/>
          <ac:cxnSpMkLst>
            <pc:docMk/>
            <pc:sldMk cId="3849547886" sldId="256"/>
            <ac:cxnSpMk id="12" creationId="{A70B143D-A528-2436-A8F2-846A8879F4EE}"/>
          </ac:cxnSpMkLst>
        </pc:cxnChg>
        <pc:cxnChg chg="add mod">
          <ac:chgData name="Modjtahedzadeh, Kam [US] (SP) (Contr)" userId="7b547dff-5da5-46b9-aaeb-9f0b7566cdec" providerId="ADAL" clId="{B45B66EC-BF88-4D51-8BED-FFD5EB845A67}" dt="2026-05-27T16:20:04.889" v="40" actId="14100"/>
          <ac:cxnSpMkLst>
            <pc:docMk/>
            <pc:sldMk cId="3849547886" sldId="256"/>
            <ac:cxnSpMk id="19" creationId="{8A42FAF9-CBAD-F3FA-1AA7-A0E07518EE6F}"/>
          </ac:cxnSpMkLst>
        </pc:cxnChg>
        <pc:cxnChg chg="add mod">
          <ac:chgData name="Modjtahedzadeh, Kam [US] (SP) (Contr)" userId="7b547dff-5da5-46b9-aaeb-9f0b7566cdec" providerId="ADAL" clId="{B45B66EC-BF88-4D51-8BED-FFD5EB845A67}" dt="2026-05-27T16:20:31.328" v="43" actId="14100"/>
          <ac:cxnSpMkLst>
            <pc:docMk/>
            <pc:sldMk cId="3849547886" sldId="256"/>
            <ac:cxnSpMk id="22" creationId="{18BB81B7-755D-34F2-5A97-6AB8DD033D32}"/>
          </ac:cxnSpMkLst>
        </pc:cxnChg>
      </pc:sldChg>
      <pc:sldMasterChg chg="modSp modSldLayout">
        <pc:chgData name="Modjtahedzadeh, Kam [US] (SP) (Contr)" userId="7b547dff-5da5-46b9-aaeb-9f0b7566cdec" providerId="ADAL" clId="{B45B66EC-BF88-4D51-8BED-FFD5EB845A67}" dt="2026-05-27T16:29:49.211" v="141"/>
        <pc:sldMasterMkLst>
          <pc:docMk/>
          <pc:sldMasterMk cId="2995259459" sldId="2147483672"/>
        </pc:sldMasterMkLst>
        <pc:spChg chg="mod">
          <ac:chgData name="Modjtahedzadeh, Kam [US] (SP) (Contr)" userId="7b547dff-5da5-46b9-aaeb-9f0b7566cdec" providerId="ADAL" clId="{B45B66EC-BF88-4D51-8BED-FFD5EB845A67}" dt="2026-05-27T16:29:49.211" v="141"/>
          <ac:spMkLst>
            <pc:docMk/>
            <pc:sldMasterMk cId="2995259459" sldId="2147483672"/>
            <ac:spMk id="2" creationId="{00000000-0000-0000-0000-000000000000}"/>
          </ac:spMkLst>
        </pc:spChg>
        <pc:spChg chg="mod">
          <ac:chgData name="Modjtahedzadeh, Kam [US] (SP) (Contr)" userId="7b547dff-5da5-46b9-aaeb-9f0b7566cdec" providerId="ADAL" clId="{B45B66EC-BF88-4D51-8BED-FFD5EB845A67}" dt="2026-05-27T16:29:49.211" v="141"/>
          <ac:spMkLst>
            <pc:docMk/>
            <pc:sldMasterMk cId="2995259459" sldId="2147483672"/>
            <ac:spMk id="3" creationId="{00000000-0000-0000-0000-000000000000}"/>
          </ac:spMkLst>
        </pc:spChg>
        <pc:spChg chg="mod">
          <ac:chgData name="Modjtahedzadeh, Kam [US] (SP) (Contr)" userId="7b547dff-5da5-46b9-aaeb-9f0b7566cdec" providerId="ADAL" clId="{B45B66EC-BF88-4D51-8BED-FFD5EB845A67}" dt="2026-05-27T16:29:49.211" v="141"/>
          <ac:spMkLst>
            <pc:docMk/>
            <pc:sldMasterMk cId="2995259459" sldId="2147483672"/>
            <ac:spMk id="4" creationId="{00000000-0000-0000-0000-000000000000}"/>
          </ac:spMkLst>
        </pc:spChg>
        <pc:spChg chg="mod">
          <ac:chgData name="Modjtahedzadeh, Kam [US] (SP) (Contr)" userId="7b547dff-5da5-46b9-aaeb-9f0b7566cdec" providerId="ADAL" clId="{B45B66EC-BF88-4D51-8BED-FFD5EB845A67}" dt="2026-05-27T16:29:49.211" v="141"/>
          <ac:spMkLst>
            <pc:docMk/>
            <pc:sldMasterMk cId="2995259459" sldId="2147483672"/>
            <ac:spMk id="5" creationId="{00000000-0000-0000-0000-000000000000}"/>
          </ac:spMkLst>
        </pc:spChg>
        <pc:spChg chg="mod">
          <ac:chgData name="Modjtahedzadeh, Kam [US] (SP) (Contr)" userId="7b547dff-5da5-46b9-aaeb-9f0b7566cdec" providerId="ADAL" clId="{B45B66EC-BF88-4D51-8BED-FFD5EB845A67}" dt="2026-05-27T16:29:49.211" v="141"/>
          <ac:spMkLst>
            <pc:docMk/>
            <pc:sldMasterMk cId="2995259459" sldId="2147483672"/>
            <ac:spMk id="6" creationId="{00000000-0000-0000-0000-000000000000}"/>
          </ac:spMkLst>
        </pc:spChg>
        <pc:sldLayoutChg chg="modSp">
          <pc:chgData name="Modjtahedzadeh, Kam [US] (SP) (Contr)" userId="7b547dff-5da5-46b9-aaeb-9f0b7566cdec" providerId="ADAL" clId="{B45B66EC-BF88-4D51-8BED-FFD5EB845A67}" dt="2026-05-27T16:29:49.211" v="141"/>
          <pc:sldLayoutMkLst>
            <pc:docMk/>
            <pc:sldMasterMk cId="2995259459" sldId="2147483672"/>
            <pc:sldLayoutMk cId="2863717191" sldId="2147483673"/>
          </pc:sldLayoutMkLst>
          <pc:spChg chg="mod">
            <ac:chgData name="Modjtahedzadeh, Kam [US] (SP) (Contr)" userId="7b547dff-5da5-46b9-aaeb-9f0b7566cdec" providerId="ADAL" clId="{B45B66EC-BF88-4D51-8BED-FFD5EB845A67}" dt="2026-05-27T16:29:49.211" v="141"/>
            <ac:spMkLst>
              <pc:docMk/>
              <pc:sldMasterMk cId="2995259459" sldId="2147483672"/>
              <pc:sldLayoutMk cId="2863717191" sldId="2147483673"/>
              <ac:spMk id="2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7T16:29:49.211" v="141"/>
            <ac:spMkLst>
              <pc:docMk/>
              <pc:sldMasterMk cId="2995259459" sldId="2147483672"/>
              <pc:sldLayoutMk cId="2863717191" sldId="2147483673"/>
              <ac:spMk id="3" creationId="{00000000-0000-0000-0000-000000000000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5-27T16:29:49.211" v="141"/>
          <pc:sldLayoutMkLst>
            <pc:docMk/>
            <pc:sldMasterMk cId="2995259459" sldId="2147483672"/>
            <pc:sldLayoutMk cId="2799895042" sldId="2147483675"/>
          </pc:sldLayoutMkLst>
          <pc:spChg chg="mod">
            <ac:chgData name="Modjtahedzadeh, Kam [US] (SP) (Contr)" userId="7b547dff-5da5-46b9-aaeb-9f0b7566cdec" providerId="ADAL" clId="{B45B66EC-BF88-4D51-8BED-FFD5EB845A67}" dt="2026-05-27T16:29:49.211" v="141"/>
            <ac:spMkLst>
              <pc:docMk/>
              <pc:sldMasterMk cId="2995259459" sldId="2147483672"/>
              <pc:sldLayoutMk cId="2799895042" sldId="2147483675"/>
              <ac:spMk id="2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7T16:29:49.211" v="141"/>
            <ac:spMkLst>
              <pc:docMk/>
              <pc:sldMasterMk cId="2995259459" sldId="2147483672"/>
              <pc:sldLayoutMk cId="2799895042" sldId="2147483675"/>
              <ac:spMk id="3" creationId="{00000000-0000-0000-0000-000000000000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5-27T16:29:49.211" v="141"/>
          <pc:sldLayoutMkLst>
            <pc:docMk/>
            <pc:sldMasterMk cId="2995259459" sldId="2147483672"/>
            <pc:sldLayoutMk cId="3853047800" sldId="2147483676"/>
          </pc:sldLayoutMkLst>
          <pc:spChg chg="mod">
            <ac:chgData name="Modjtahedzadeh, Kam [US] (SP) (Contr)" userId="7b547dff-5da5-46b9-aaeb-9f0b7566cdec" providerId="ADAL" clId="{B45B66EC-BF88-4D51-8BED-FFD5EB845A67}" dt="2026-05-27T16:29:49.211" v="141"/>
            <ac:spMkLst>
              <pc:docMk/>
              <pc:sldMasterMk cId="2995259459" sldId="2147483672"/>
              <pc:sldLayoutMk cId="3853047800" sldId="2147483676"/>
              <ac:spMk id="3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7T16:29:49.211" v="141"/>
            <ac:spMkLst>
              <pc:docMk/>
              <pc:sldMasterMk cId="2995259459" sldId="2147483672"/>
              <pc:sldLayoutMk cId="3853047800" sldId="2147483676"/>
              <ac:spMk id="4" creationId="{00000000-0000-0000-0000-000000000000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5-27T16:29:49.211" v="141"/>
          <pc:sldLayoutMkLst>
            <pc:docMk/>
            <pc:sldMasterMk cId="2995259459" sldId="2147483672"/>
            <pc:sldLayoutMk cId="830722861" sldId="2147483677"/>
          </pc:sldLayoutMkLst>
          <pc:spChg chg="mod">
            <ac:chgData name="Modjtahedzadeh, Kam [US] (SP) (Contr)" userId="7b547dff-5da5-46b9-aaeb-9f0b7566cdec" providerId="ADAL" clId="{B45B66EC-BF88-4D51-8BED-FFD5EB845A67}" dt="2026-05-27T16:29:49.211" v="141"/>
            <ac:spMkLst>
              <pc:docMk/>
              <pc:sldMasterMk cId="2995259459" sldId="2147483672"/>
              <pc:sldLayoutMk cId="830722861" sldId="2147483677"/>
              <ac:spMk id="2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7T16:29:49.211" v="141"/>
            <ac:spMkLst>
              <pc:docMk/>
              <pc:sldMasterMk cId="2995259459" sldId="2147483672"/>
              <pc:sldLayoutMk cId="830722861" sldId="2147483677"/>
              <ac:spMk id="3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7T16:29:49.211" v="141"/>
            <ac:spMkLst>
              <pc:docMk/>
              <pc:sldMasterMk cId="2995259459" sldId="2147483672"/>
              <pc:sldLayoutMk cId="830722861" sldId="2147483677"/>
              <ac:spMk id="4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7T16:29:49.211" v="141"/>
            <ac:spMkLst>
              <pc:docMk/>
              <pc:sldMasterMk cId="2995259459" sldId="2147483672"/>
              <pc:sldLayoutMk cId="830722861" sldId="2147483677"/>
              <ac:spMk id="5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7T16:29:49.211" v="141"/>
            <ac:spMkLst>
              <pc:docMk/>
              <pc:sldMasterMk cId="2995259459" sldId="2147483672"/>
              <pc:sldLayoutMk cId="830722861" sldId="2147483677"/>
              <ac:spMk id="6" creationId="{00000000-0000-0000-0000-000000000000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5-27T16:29:49.211" v="141"/>
          <pc:sldLayoutMkLst>
            <pc:docMk/>
            <pc:sldMasterMk cId="2995259459" sldId="2147483672"/>
            <pc:sldLayoutMk cId="910777316" sldId="2147483680"/>
          </pc:sldLayoutMkLst>
          <pc:spChg chg="mod">
            <ac:chgData name="Modjtahedzadeh, Kam [US] (SP) (Contr)" userId="7b547dff-5da5-46b9-aaeb-9f0b7566cdec" providerId="ADAL" clId="{B45B66EC-BF88-4D51-8BED-FFD5EB845A67}" dt="2026-05-27T16:29:49.211" v="141"/>
            <ac:spMkLst>
              <pc:docMk/>
              <pc:sldMasterMk cId="2995259459" sldId="2147483672"/>
              <pc:sldLayoutMk cId="910777316" sldId="2147483680"/>
              <ac:spMk id="2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7T16:29:49.211" v="141"/>
            <ac:spMkLst>
              <pc:docMk/>
              <pc:sldMasterMk cId="2995259459" sldId="2147483672"/>
              <pc:sldLayoutMk cId="910777316" sldId="2147483680"/>
              <ac:spMk id="3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7T16:29:49.211" v="141"/>
            <ac:spMkLst>
              <pc:docMk/>
              <pc:sldMasterMk cId="2995259459" sldId="2147483672"/>
              <pc:sldLayoutMk cId="910777316" sldId="2147483680"/>
              <ac:spMk id="4" creationId="{00000000-0000-0000-0000-000000000000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5-27T16:29:49.211" v="141"/>
          <pc:sldLayoutMkLst>
            <pc:docMk/>
            <pc:sldMasterMk cId="2995259459" sldId="2147483672"/>
            <pc:sldLayoutMk cId="1554902618" sldId="2147483681"/>
          </pc:sldLayoutMkLst>
          <pc:spChg chg="mod">
            <ac:chgData name="Modjtahedzadeh, Kam [US] (SP) (Contr)" userId="7b547dff-5da5-46b9-aaeb-9f0b7566cdec" providerId="ADAL" clId="{B45B66EC-BF88-4D51-8BED-FFD5EB845A67}" dt="2026-05-27T16:29:49.211" v="141"/>
            <ac:spMkLst>
              <pc:docMk/>
              <pc:sldMasterMk cId="2995259459" sldId="2147483672"/>
              <pc:sldLayoutMk cId="1554902618" sldId="2147483681"/>
              <ac:spMk id="2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7T16:29:49.211" v="141"/>
            <ac:spMkLst>
              <pc:docMk/>
              <pc:sldMasterMk cId="2995259459" sldId="2147483672"/>
              <pc:sldLayoutMk cId="1554902618" sldId="2147483681"/>
              <ac:spMk id="3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7T16:29:49.211" v="141"/>
            <ac:spMkLst>
              <pc:docMk/>
              <pc:sldMasterMk cId="2995259459" sldId="2147483672"/>
              <pc:sldLayoutMk cId="1554902618" sldId="2147483681"/>
              <ac:spMk id="4" creationId="{00000000-0000-0000-0000-000000000000}"/>
            </ac:spMkLst>
          </pc:spChg>
        </pc:sldLayoutChg>
        <pc:sldLayoutChg chg="modSp">
          <pc:chgData name="Modjtahedzadeh, Kam [US] (SP) (Contr)" userId="7b547dff-5da5-46b9-aaeb-9f0b7566cdec" providerId="ADAL" clId="{B45B66EC-BF88-4D51-8BED-FFD5EB845A67}" dt="2026-05-27T16:29:49.211" v="141"/>
          <pc:sldLayoutMkLst>
            <pc:docMk/>
            <pc:sldMasterMk cId="2995259459" sldId="2147483672"/>
            <pc:sldLayoutMk cId="1600580999" sldId="2147483683"/>
          </pc:sldLayoutMkLst>
          <pc:spChg chg="mod">
            <ac:chgData name="Modjtahedzadeh, Kam [US] (SP) (Contr)" userId="7b547dff-5da5-46b9-aaeb-9f0b7566cdec" providerId="ADAL" clId="{B45B66EC-BF88-4D51-8BED-FFD5EB845A67}" dt="2026-05-27T16:29:49.211" v="141"/>
            <ac:spMkLst>
              <pc:docMk/>
              <pc:sldMasterMk cId="2995259459" sldId="2147483672"/>
              <pc:sldLayoutMk cId="1600580999" sldId="2147483683"/>
              <ac:spMk id="2" creationId="{00000000-0000-0000-0000-000000000000}"/>
            </ac:spMkLst>
          </pc:spChg>
          <pc:spChg chg="mod">
            <ac:chgData name="Modjtahedzadeh, Kam [US] (SP) (Contr)" userId="7b547dff-5da5-46b9-aaeb-9f0b7566cdec" providerId="ADAL" clId="{B45B66EC-BF88-4D51-8BED-FFD5EB845A67}" dt="2026-05-27T16:29:49.211" v="141"/>
            <ac:spMkLst>
              <pc:docMk/>
              <pc:sldMasterMk cId="2995259459" sldId="2147483672"/>
              <pc:sldLayoutMk cId="1600580999" sldId="2147483683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897892"/>
            <a:ext cx="4663440" cy="191008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881630"/>
            <a:ext cx="4114800" cy="1324610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35" indent="0" algn="ctr">
              <a:buNone/>
              <a:defRPr sz="1200"/>
            </a:lvl2pPr>
            <a:lvl3pPr marL="548670" indent="0" algn="ctr">
              <a:buNone/>
              <a:defRPr sz="1080"/>
            </a:lvl3pPr>
            <a:lvl4pPr marL="823007" indent="0" algn="ctr">
              <a:buNone/>
              <a:defRPr sz="960"/>
            </a:lvl4pPr>
            <a:lvl5pPr marL="1097342" indent="0" algn="ctr">
              <a:buNone/>
              <a:defRPr sz="960"/>
            </a:lvl5pPr>
            <a:lvl6pPr marL="1371677" indent="0" algn="ctr">
              <a:buNone/>
              <a:defRPr sz="960"/>
            </a:lvl6pPr>
            <a:lvl7pPr marL="1646012" indent="0" algn="ctr">
              <a:buNone/>
              <a:defRPr sz="960"/>
            </a:lvl7pPr>
            <a:lvl8pPr marL="1920348" indent="0" algn="ctr">
              <a:buNone/>
              <a:defRPr sz="960"/>
            </a:lvl8pPr>
            <a:lvl9pPr marL="2194682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E4D39-DBDC-4E02-90C5-8D55303EEAF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993D-4222-447C-9D78-9AFDFAED4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17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E4D39-DBDC-4E02-90C5-8D55303EEAF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993D-4222-447C-9D78-9AFDFAED4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95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5" y="1367790"/>
            <a:ext cx="4732020" cy="2282191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5" y="3671571"/>
            <a:ext cx="4732020" cy="1200151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3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7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3007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342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77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6012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348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682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E4D39-DBDC-4E02-90C5-8D55303EEAF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993D-4222-447C-9D78-9AFDFAED4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95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1" y="1460501"/>
            <a:ext cx="233172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1" y="1460501"/>
            <a:ext cx="233172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E4D39-DBDC-4E02-90C5-8D55303EEAF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993D-4222-447C-9D78-9AFDFAED4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047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7" y="292101"/>
            <a:ext cx="473202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7" y="1344931"/>
            <a:ext cx="2321004" cy="659131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35" indent="0">
              <a:buNone/>
              <a:defRPr sz="1200" b="1"/>
            </a:lvl2pPr>
            <a:lvl3pPr marL="548670" indent="0">
              <a:buNone/>
              <a:defRPr sz="1080" b="1"/>
            </a:lvl3pPr>
            <a:lvl4pPr marL="823007" indent="0">
              <a:buNone/>
              <a:defRPr sz="960" b="1"/>
            </a:lvl4pPr>
            <a:lvl5pPr marL="1097342" indent="0">
              <a:buNone/>
              <a:defRPr sz="960" b="1"/>
            </a:lvl5pPr>
            <a:lvl6pPr marL="1371677" indent="0">
              <a:buNone/>
              <a:defRPr sz="960" b="1"/>
            </a:lvl6pPr>
            <a:lvl7pPr marL="1646012" indent="0">
              <a:buNone/>
              <a:defRPr sz="960" b="1"/>
            </a:lvl7pPr>
            <a:lvl8pPr marL="1920348" indent="0">
              <a:buNone/>
              <a:defRPr sz="960" b="1"/>
            </a:lvl8pPr>
            <a:lvl9pPr marL="2194682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7" y="2004062"/>
            <a:ext cx="2321004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2" y="1344931"/>
            <a:ext cx="2332435" cy="659131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35" indent="0">
              <a:buNone/>
              <a:defRPr sz="1200" b="1"/>
            </a:lvl2pPr>
            <a:lvl3pPr marL="548670" indent="0">
              <a:buNone/>
              <a:defRPr sz="1080" b="1"/>
            </a:lvl3pPr>
            <a:lvl4pPr marL="823007" indent="0">
              <a:buNone/>
              <a:defRPr sz="960" b="1"/>
            </a:lvl4pPr>
            <a:lvl5pPr marL="1097342" indent="0">
              <a:buNone/>
              <a:defRPr sz="960" b="1"/>
            </a:lvl5pPr>
            <a:lvl6pPr marL="1371677" indent="0">
              <a:buNone/>
              <a:defRPr sz="960" b="1"/>
            </a:lvl6pPr>
            <a:lvl7pPr marL="1646012" indent="0">
              <a:buNone/>
              <a:defRPr sz="960" b="1"/>
            </a:lvl7pPr>
            <a:lvl8pPr marL="1920348" indent="0">
              <a:buNone/>
              <a:defRPr sz="960" b="1"/>
            </a:lvl8pPr>
            <a:lvl9pPr marL="2194682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2" y="2004062"/>
            <a:ext cx="2332435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E4D39-DBDC-4E02-90C5-8D55303EEAF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993D-4222-447C-9D78-9AFDFAED4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22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E4D39-DBDC-4E02-90C5-8D55303EEAF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993D-4222-447C-9D78-9AFDFAED4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61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E4D39-DBDC-4E02-90C5-8D55303EEAF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993D-4222-447C-9D78-9AFDFAED4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21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65760"/>
            <a:ext cx="1769507" cy="128016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6" y="789941"/>
            <a:ext cx="2777491" cy="3898900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645920"/>
            <a:ext cx="1769507" cy="3049270"/>
          </a:xfrm>
        </p:spPr>
        <p:txBody>
          <a:bodyPr/>
          <a:lstStyle>
            <a:lvl1pPr marL="0" indent="0">
              <a:buNone/>
              <a:defRPr sz="960"/>
            </a:lvl1pPr>
            <a:lvl2pPr marL="274335" indent="0">
              <a:buNone/>
              <a:defRPr sz="840"/>
            </a:lvl2pPr>
            <a:lvl3pPr marL="548670" indent="0">
              <a:buNone/>
              <a:defRPr sz="720"/>
            </a:lvl3pPr>
            <a:lvl4pPr marL="823007" indent="0">
              <a:buNone/>
              <a:defRPr sz="600"/>
            </a:lvl4pPr>
            <a:lvl5pPr marL="1097342" indent="0">
              <a:buNone/>
              <a:defRPr sz="600"/>
            </a:lvl5pPr>
            <a:lvl6pPr marL="1371677" indent="0">
              <a:buNone/>
              <a:defRPr sz="600"/>
            </a:lvl6pPr>
            <a:lvl7pPr marL="1646012" indent="0">
              <a:buNone/>
              <a:defRPr sz="600"/>
            </a:lvl7pPr>
            <a:lvl8pPr marL="1920348" indent="0">
              <a:buNone/>
              <a:defRPr sz="600"/>
            </a:lvl8pPr>
            <a:lvl9pPr marL="219468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E4D39-DBDC-4E02-90C5-8D55303EEAF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993D-4222-447C-9D78-9AFDFAED4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77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65760"/>
            <a:ext cx="1769507" cy="128016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6" y="789941"/>
            <a:ext cx="2777491" cy="3898900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35" indent="0">
              <a:buNone/>
              <a:defRPr sz="1680"/>
            </a:lvl2pPr>
            <a:lvl3pPr marL="548670" indent="0">
              <a:buNone/>
              <a:defRPr sz="1440"/>
            </a:lvl3pPr>
            <a:lvl4pPr marL="823007" indent="0">
              <a:buNone/>
              <a:defRPr sz="1200"/>
            </a:lvl4pPr>
            <a:lvl5pPr marL="1097342" indent="0">
              <a:buNone/>
              <a:defRPr sz="1200"/>
            </a:lvl5pPr>
            <a:lvl6pPr marL="1371677" indent="0">
              <a:buNone/>
              <a:defRPr sz="1200"/>
            </a:lvl6pPr>
            <a:lvl7pPr marL="1646012" indent="0">
              <a:buNone/>
              <a:defRPr sz="1200"/>
            </a:lvl7pPr>
            <a:lvl8pPr marL="1920348" indent="0">
              <a:buNone/>
              <a:defRPr sz="1200"/>
            </a:lvl8pPr>
            <a:lvl9pPr marL="2194682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645920"/>
            <a:ext cx="1769507" cy="3049270"/>
          </a:xfrm>
        </p:spPr>
        <p:txBody>
          <a:bodyPr/>
          <a:lstStyle>
            <a:lvl1pPr marL="0" indent="0">
              <a:buNone/>
              <a:defRPr sz="960"/>
            </a:lvl1pPr>
            <a:lvl2pPr marL="274335" indent="0">
              <a:buNone/>
              <a:defRPr sz="840"/>
            </a:lvl2pPr>
            <a:lvl3pPr marL="548670" indent="0">
              <a:buNone/>
              <a:defRPr sz="720"/>
            </a:lvl3pPr>
            <a:lvl4pPr marL="823007" indent="0">
              <a:buNone/>
              <a:defRPr sz="600"/>
            </a:lvl4pPr>
            <a:lvl5pPr marL="1097342" indent="0">
              <a:buNone/>
              <a:defRPr sz="600"/>
            </a:lvl5pPr>
            <a:lvl6pPr marL="1371677" indent="0">
              <a:buNone/>
              <a:defRPr sz="600"/>
            </a:lvl6pPr>
            <a:lvl7pPr marL="1646012" indent="0">
              <a:buNone/>
              <a:defRPr sz="600"/>
            </a:lvl7pPr>
            <a:lvl8pPr marL="1920348" indent="0">
              <a:buNone/>
              <a:defRPr sz="600"/>
            </a:lvl8pPr>
            <a:lvl9pPr marL="219468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E4D39-DBDC-4E02-90C5-8D55303EEAF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993D-4222-447C-9D78-9AFDFAED4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902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E4D39-DBDC-4E02-90C5-8D55303EEAF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993D-4222-447C-9D78-9AFDFAED4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9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7" y="292100"/>
            <a:ext cx="1183005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2" y="292100"/>
            <a:ext cx="3480435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E4D39-DBDC-4E02-90C5-8D55303EEAF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A993D-4222-447C-9D78-9AFDFAED4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8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1" y="292101"/>
            <a:ext cx="473202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1" y="1460501"/>
            <a:ext cx="473202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1" y="5085081"/>
            <a:ext cx="123444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E4D39-DBDC-4E02-90C5-8D55303EEAF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1" y="5085081"/>
            <a:ext cx="185166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1" y="5085081"/>
            <a:ext cx="123444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8A993D-4222-447C-9D78-9AFDFAED4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59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4867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8" indent="-137168" algn="l" defTabSz="54867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504" indent="-137168" algn="l" defTabSz="54867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38" indent="-137168" algn="l" defTabSz="54867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74" indent="-137168" algn="l" defTabSz="54867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508" indent="-137168" algn="l" defTabSz="54867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845" indent="-137168" algn="l" defTabSz="54867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180" indent="-137168" algn="l" defTabSz="54867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516" indent="-137168" algn="l" defTabSz="54867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851" indent="-137168" algn="l" defTabSz="54867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7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35" algn="l" defTabSz="54867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70" algn="l" defTabSz="54867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3007" algn="l" defTabSz="54867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342" algn="l" defTabSz="54867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77" algn="l" defTabSz="54867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6012" algn="l" defTabSz="54867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348" algn="l" defTabSz="54867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682" algn="l" defTabSz="54867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0B2FB02-0BA1-2761-B7DD-379C7D04A736}"/>
              </a:ext>
            </a:extLst>
          </p:cNvPr>
          <p:cNvCxnSpPr>
            <a:cxnSpLocks/>
          </p:cNvCxnSpPr>
          <p:nvPr/>
        </p:nvCxnSpPr>
        <p:spPr>
          <a:xfrm flipV="1">
            <a:off x="1226820" y="1247777"/>
            <a:ext cx="0" cy="285750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6C7F15-173A-8E0E-9EED-9915C7625EA3}"/>
              </a:ext>
            </a:extLst>
          </p:cNvPr>
          <p:cNvCxnSpPr>
            <a:cxnSpLocks/>
          </p:cNvCxnSpPr>
          <p:nvPr/>
        </p:nvCxnSpPr>
        <p:spPr>
          <a:xfrm>
            <a:off x="1226822" y="4105275"/>
            <a:ext cx="322897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70B143D-A528-2436-A8F2-846A8879F4EE}"/>
              </a:ext>
            </a:extLst>
          </p:cNvPr>
          <p:cNvCxnSpPr>
            <a:cxnSpLocks/>
            <a:endCxn id="17" idx="3"/>
          </p:cNvCxnSpPr>
          <p:nvPr/>
        </p:nvCxnSpPr>
        <p:spPr>
          <a:xfrm flipV="1">
            <a:off x="1226824" y="2426806"/>
            <a:ext cx="1697523" cy="167847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2B44205-16F2-1600-DD92-E6A1A7C37ED7}"/>
              </a:ext>
            </a:extLst>
          </p:cNvPr>
          <p:cNvSpPr/>
          <p:nvPr/>
        </p:nvSpPr>
        <p:spPr>
          <a:xfrm>
            <a:off x="952499" y="3830955"/>
            <a:ext cx="548640" cy="54864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1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F2DF393-BBA7-CDE2-74EF-B6641A6361F1}"/>
              </a:ext>
            </a:extLst>
          </p:cNvPr>
          <p:cNvSpPr/>
          <p:nvPr/>
        </p:nvSpPr>
        <p:spPr>
          <a:xfrm>
            <a:off x="2884171" y="2192655"/>
            <a:ext cx="274320" cy="27432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1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A42FAF9-CBAD-F3FA-1AA7-A0E07518EE6F}"/>
              </a:ext>
            </a:extLst>
          </p:cNvPr>
          <p:cNvCxnSpPr>
            <a:cxnSpLocks/>
            <a:stCxn id="17" idx="7"/>
          </p:cNvCxnSpPr>
          <p:nvPr/>
        </p:nvCxnSpPr>
        <p:spPr>
          <a:xfrm flipV="1">
            <a:off x="3118317" y="1797571"/>
            <a:ext cx="438362" cy="43526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8BB81B7-755D-34F2-5A97-6AB8DD033D32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2485981" y="1853685"/>
            <a:ext cx="438362" cy="37914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7441FFA-FE01-A358-877C-37D2D65B9DC4}"/>
                  </a:ext>
                </a:extLst>
              </p:cNvPr>
              <p:cNvSpPr txBox="1"/>
              <p:nvPr/>
            </p:nvSpPr>
            <p:spPr>
              <a:xfrm>
                <a:off x="667286" y="4259004"/>
                <a:ext cx="4412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7441FFA-FE01-A358-877C-37D2D65B9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86" y="4259004"/>
                <a:ext cx="441275" cy="369332"/>
              </a:xfrm>
              <a:prstGeom prst="rect">
                <a:avLst/>
              </a:prstGeom>
              <a:blipFill>
                <a:blip r:embed="rId2"/>
                <a:stretch>
                  <a:fillRect l="-16438" r="-547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6DD49AD-0523-19C2-0D5F-4E8763E58828}"/>
                  </a:ext>
                </a:extLst>
              </p:cNvPr>
              <p:cNvSpPr txBox="1"/>
              <p:nvPr/>
            </p:nvSpPr>
            <p:spPr>
              <a:xfrm>
                <a:off x="3158492" y="2329815"/>
                <a:ext cx="4483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6DD49AD-0523-19C2-0D5F-4E8763E58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492" y="2329815"/>
                <a:ext cx="448391" cy="369332"/>
              </a:xfrm>
              <a:prstGeom prst="rect">
                <a:avLst/>
              </a:prstGeom>
              <a:blipFill>
                <a:blip r:embed="rId3"/>
                <a:stretch>
                  <a:fillRect l="-16216" r="-5405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5F4683-996E-C335-092C-7A48F605F572}"/>
                  </a:ext>
                </a:extLst>
              </p:cNvPr>
              <p:cNvSpPr txBox="1"/>
              <p:nvPr/>
            </p:nvSpPr>
            <p:spPr>
              <a:xfrm>
                <a:off x="1098837" y="868568"/>
                <a:ext cx="255968" cy="375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65F4683-996E-C335-092C-7A48F605F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837" y="868568"/>
                <a:ext cx="255968" cy="375937"/>
              </a:xfrm>
              <a:prstGeom prst="rect">
                <a:avLst/>
              </a:prstGeom>
              <a:blipFill>
                <a:blip r:embed="rId4"/>
                <a:stretch>
                  <a:fillRect l="-28571" t="-22581" r="-64286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B728CF4-5993-F3BB-1B96-8BC04981B245}"/>
                  </a:ext>
                </a:extLst>
              </p:cNvPr>
              <p:cNvSpPr txBox="1"/>
              <p:nvPr/>
            </p:nvSpPr>
            <p:spPr>
              <a:xfrm>
                <a:off x="4510114" y="3915672"/>
                <a:ext cx="268792" cy="375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B728CF4-5993-F3BB-1B96-8BC04981B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114" y="3915672"/>
                <a:ext cx="268792" cy="375937"/>
              </a:xfrm>
              <a:prstGeom prst="rect">
                <a:avLst/>
              </a:prstGeom>
              <a:blipFill>
                <a:blip r:embed="rId5"/>
                <a:stretch>
                  <a:fillRect l="-29545" t="-22581" r="-68182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380871E-590B-5255-3FB1-C9B03A4972DE}"/>
                  </a:ext>
                </a:extLst>
              </p:cNvPr>
              <p:cNvSpPr txBox="1"/>
              <p:nvPr/>
            </p:nvSpPr>
            <p:spPr>
              <a:xfrm>
                <a:off x="3606885" y="1531855"/>
                <a:ext cx="2151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380871E-590B-5255-3FB1-C9B03A497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885" y="1531855"/>
                <a:ext cx="215122" cy="369332"/>
              </a:xfrm>
              <a:prstGeom prst="rect">
                <a:avLst/>
              </a:prstGeom>
              <a:blipFill>
                <a:blip r:embed="rId6"/>
                <a:stretch>
                  <a:fillRect l="-22857" t="-18033" r="-12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F553C93-6833-D4CB-F86D-716B44DB765F}"/>
                  </a:ext>
                </a:extLst>
              </p:cNvPr>
              <p:cNvSpPr txBox="1"/>
              <p:nvPr/>
            </p:nvSpPr>
            <p:spPr>
              <a:xfrm>
                <a:off x="2250240" y="1531855"/>
                <a:ext cx="27751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F553C93-6833-D4CB-F86D-716B44DB7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240" y="1531855"/>
                <a:ext cx="277512" cy="369332"/>
              </a:xfrm>
              <a:prstGeom prst="rect">
                <a:avLst/>
              </a:prstGeom>
              <a:blipFill>
                <a:blip r:embed="rId7"/>
                <a:stretch>
                  <a:fillRect l="-28261" t="-18033" r="-73913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Arrow: Curved Up 40">
            <a:extLst>
              <a:ext uri="{FF2B5EF4-FFF2-40B4-BE49-F238E27FC236}">
                <a16:creationId xmlns:a16="http://schemas.microsoft.com/office/drawing/2014/main" id="{96FF9207-EE30-A435-53D7-24A8BFF9BE4B}"/>
              </a:ext>
            </a:extLst>
          </p:cNvPr>
          <p:cNvSpPr/>
          <p:nvPr/>
        </p:nvSpPr>
        <p:spPr>
          <a:xfrm rot="16200000">
            <a:off x="1866053" y="3434849"/>
            <a:ext cx="1007800" cy="289624"/>
          </a:xfrm>
          <a:prstGeom prst="curvedUpArrow">
            <a:avLst>
              <a:gd name="adj1" fmla="val 0"/>
              <a:gd name="adj2" fmla="val 63930"/>
              <a:gd name="adj3" fmla="val 3569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A02DA09-FA57-9F53-43C9-4A6DF4F17622}"/>
                  </a:ext>
                </a:extLst>
              </p:cNvPr>
              <p:cNvSpPr txBox="1"/>
              <p:nvPr/>
            </p:nvSpPr>
            <p:spPr>
              <a:xfrm>
                <a:off x="2563797" y="3394993"/>
                <a:ext cx="27751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A02DA09-FA57-9F53-43C9-4A6DF4F17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797" y="3394993"/>
                <a:ext cx="277512" cy="369332"/>
              </a:xfrm>
              <a:prstGeom prst="rect">
                <a:avLst/>
              </a:prstGeom>
              <a:blipFill>
                <a:blip r:embed="rId8"/>
                <a:stretch>
                  <a:fillRect l="-28889" r="-26667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A461F0C-D4C3-C43C-CFFB-21E2652A16FD}"/>
                  </a:ext>
                </a:extLst>
              </p:cNvPr>
              <p:cNvSpPr txBox="1"/>
              <p:nvPr/>
            </p:nvSpPr>
            <p:spPr>
              <a:xfrm>
                <a:off x="1957631" y="2848213"/>
                <a:ext cx="2151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A461F0C-D4C3-C43C-CFFB-21E2652A1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631" y="2848213"/>
                <a:ext cx="215122" cy="369332"/>
              </a:xfrm>
              <a:prstGeom prst="rect">
                <a:avLst/>
              </a:prstGeom>
              <a:blipFill>
                <a:blip r:embed="rId9"/>
                <a:stretch>
                  <a:fillRect l="-20000"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9547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8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>Northrop Grumman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Modjtahedzadeh, Kam [US] (SP) (Contr)</dc:creator>
  <cp:lastModifiedBy>Modjtahedzadeh, Kam [US] (SP) (Contr)</cp:lastModifiedBy>
  <cp:revision>1</cp:revision>
  <dcterms:created xsi:type="dcterms:W3CDTF">2026-05-27T16:17:16Z</dcterms:created>
  <dcterms:modified xsi:type="dcterms:W3CDTF">2026-06-02T18:12:30Z</dcterms:modified>
</cp:coreProperties>
</file>