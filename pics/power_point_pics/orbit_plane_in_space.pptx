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858BC2-6ADD-473F-BB9C-007F54985597}" v="22" dt="2026-06-02T18:11:51.8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19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djtahedzadeh, Kam [US] (SP) (Contr)" userId="7b547dff-5da5-46b9-aaeb-9f0b7566cdec" providerId="ADAL" clId="{B45B66EC-BF88-4D51-8BED-FFD5EB845A67}"/>
    <pc:docChg chg="undo redo custSel addSld delSld modSld modMainMaster modNotesMaster">
      <pc:chgData name="Modjtahedzadeh, Kam [US] (SP) (Contr)" userId="7b547dff-5da5-46b9-aaeb-9f0b7566cdec" providerId="ADAL" clId="{B45B66EC-BF88-4D51-8BED-FFD5EB845A67}" dt="2026-06-02T18:11:51.852" v="373"/>
      <pc:docMkLst>
        <pc:docMk/>
      </pc:docMkLst>
      <pc:sldChg chg="addSp delSp modSp new mod modNotes">
        <pc:chgData name="Modjtahedzadeh, Kam [US] (SP) (Contr)" userId="7b547dff-5da5-46b9-aaeb-9f0b7566cdec" providerId="ADAL" clId="{B45B66EC-BF88-4D51-8BED-FFD5EB845A67}" dt="2026-06-02T18:11:51.852" v="373"/>
        <pc:sldMkLst>
          <pc:docMk/>
          <pc:sldMk cId="486656481" sldId="256"/>
        </pc:sldMkLst>
        <pc:spChg chg="add mod">
          <ac:chgData name="Modjtahedzadeh, Kam [US] (SP) (Contr)" userId="7b547dff-5da5-46b9-aaeb-9f0b7566cdec" providerId="ADAL" clId="{B45B66EC-BF88-4D51-8BED-FFD5EB845A67}" dt="2026-05-27T16:06:42.537" v="274" actId="1076"/>
          <ac:spMkLst>
            <pc:docMk/>
            <pc:sldMk cId="486656481" sldId="256"/>
            <ac:spMk id="2" creationId="{13C7B8A6-752B-FC89-3C4C-DA0EF4906ACF}"/>
          </ac:spMkLst>
        </pc:spChg>
        <pc:spChg chg="add mod">
          <ac:chgData name="Modjtahedzadeh, Kam [US] (SP) (Contr)" userId="7b547dff-5da5-46b9-aaeb-9f0b7566cdec" providerId="ADAL" clId="{B45B66EC-BF88-4D51-8BED-FFD5EB845A67}" dt="2026-05-27T16:11:46.939" v="323" actId="1076"/>
          <ac:spMkLst>
            <pc:docMk/>
            <pc:sldMk cId="486656481" sldId="256"/>
            <ac:spMk id="3" creationId="{5DE2BBE8-7083-5A8C-AD72-1FC339CD6973}"/>
          </ac:spMkLst>
        </pc:spChg>
        <pc:spChg chg="add mod">
          <ac:chgData name="Modjtahedzadeh, Kam [US] (SP) (Contr)" userId="7b547dff-5da5-46b9-aaeb-9f0b7566cdec" providerId="ADAL" clId="{B45B66EC-BF88-4D51-8BED-FFD5EB845A67}" dt="2026-05-27T16:11:46.939" v="323" actId="1076"/>
          <ac:spMkLst>
            <pc:docMk/>
            <pc:sldMk cId="486656481" sldId="256"/>
            <ac:spMk id="4" creationId="{6054D057-D34A-E0F9-9427-3AFB296B7FAB}"/>
          </ac:spMkLst>
        </pc:spChg>
        <pc:spChg chg="add mod">
          <ac:chgData name="Modjtahedzadeh, Kam [US] (SP) (Contr)" userId="7b547dff-5da5-46b9-aaeb-9f0b7566cdec" providerId="ADAL" clId="{B45B66EC-BF88-4D51-8BED-FFD5EB845A67}" dt="2026-05-27T16:11:46.939" v="323" actId="1076"/>
          <ac:spMkLst>
            <pc:docMk/>
            <pc:sldMk cId="486656481" sldId="256"/>
            <ac:spMk id="5" creationId="{EAAA6D5C-DC58-B415-1127-F6F222CCAE69}"/>
          </ac:spMkLst>
        </pc:spChg>
        <pc:spChg chg="add mod">
          <ac:chgData name="Modjtahedzadeh, Kam [US] (SP) (Contr)" userId="7b547dff-5da5-46b9-aaeb-9f0b7566cdec" providerId="ADAL" clId="{B45B66EC-BF88-4D51-8BED-FFD5EB845A67}" dt="2026-05-27T16:07:55.532" v="289" actId="14100"/>
          <ac:spMkLst>
            <pc:docMk/>
            <pc:sldMk cId="486656481" sldId="256"/>
            <ac:spMk id="6" creationId="{AED561F7-1D9B-30FB-16BF-A4C239B866AA}"/>
          </ac:spMkLst>
        </pc:spChg>
        <pc:spChg chg="add mod">
          <ac:chgData name="Modjtahedzadeh, Kam [US] (SP) (Contr)" userId="7b547dff-5da5-46b9-aaeb-9f0b7566cdec" providerId="ADAL" clId="{B45B66EC-BF88-4D51-8BED-FFD5EB845A67}" dt="2026-05-27T16:11:46.939" v="323" actId="1076"/>
          <ac:spMkLst>
            <pc:docMk/>
            <pc:sldMk cId="486656481" sldId="256"/>
            <ac:spMk id="7" creationId="{25AC0D12-F233-1FDB-D604-2810535B1CB3}"/>
          </ac:spMkLst>
        </pc:spChg>
        <pc:spChg chg="add mod">
          <ac:chgData name="Modjtahedzadeh, Kam [US] (SP) (Contr)" userId="7b547dff-5da5-46b9-aaeb-9f0b7566cdec" providerId="ADAL" clId="{B45B66EC-BF88-4D51-8BED-FFD5EB845A67}" dt="2026-05-27T15:41:39.135" v="88" actId="1076"/>
          <ac:spMkLst>
            <pc:docMk/>
            <pc:sldMk cId="486656481" sldId="256"/>
            <ac:spMk id="8" creationId="{1FC003A3-A9B6-F83C-258E-66334109E4FE}"/>
          </ac:spMkLst>
        </pc:spChg>
        <pc:spChg chg="add mod">
          <ac:chgData name="Modjtahedzadeh, Kam [US] (SP) (Contr)" userId="7b547dff-5da5-46b9-aaeb-9f0b7566cdec" providerId="ADAL" clId="{B45B66EC-BF88-4D51-8BED-FFD5EB845A67}" dt="2026-05-27T16:15:30.799" v="331" actId="20577"/>
          <ac:spMkLst>
            <pc:docMk/>
            <pc:sldMk cId="486656481" sldId="256"/>
            <ac:spMk id="9" creationId="{DCE6FD94-6B3E-A671-3DC1-69812EB2AB50}"/>
          </ac:spMkLst>
        </pc:spChg>
        <pc:spChg chg="add mod">
          <ac:chgData name="Modjtahedzadeh, Kam [US] (SP) (Contr)" userId="7b547dff-5da5-46b9-aaeb-9f0b7566cdec" providerId="ADAL" clId="{B45B66EC-BF88-4D51-8BED-FFD5EB845A67}" dt="2026-05-27T16:11:46.939" v="323" actId="1076"/>
          <ac:spMkLst>
            <pc:docMk/>
            <pc:sldMk cId="486656481" sldId="256"/>
            <ac:spMk id="13" creationId="{0803898A-3B2B-DC57-4B97-402EEA923C29}"/>
          </ac:spMkLst>
        </pc:spChg>
        <pc:spChg chg="add mod">
          <ac:chgData name="Modjtahedzadeh, Kam [US] (SP) (Contr)" userId="7b547dff-5da5-46b9-aaeb-9f0b7566cdec" providerId="ADAL" clId="{B45B66EC-BF88-4D51-8BED-FFD5EB845A67}" dt="2026-05-27T16:11:46.939" v="323" actId="1076"/>
          <ac:spMkLst>
            <pc:docMk/>
            <pc:sldMk cId="486656481" sldId="256"/>
            <ac:spMk id="14" creationId="{2DD284A8-858C-8342-2335-64D4190A1426}"/>
          </ac:spMkLst>
        </pc:spChg>
        <pc:spChg chg="add mod">
          <ac:chgData name="Modjtahedzadeh, Kam [US] (SP) (Contr)" userId="7b547dff-5da5-46b9-aaeb-9f0b7566cdec" providerId="ADAL" clId="{B45B66EC-BF88-4D51-8BED-FFD5EB845A67}" dt="2026-05-27T16:11:46.939" v="323" actId="1076"/>
          <ac:spMkLst>
            <pc:docMk/>
            <pc:sldMk cId="486656481" sldId="256"/>
            <ac:spMk id="18" creationId="{8AEA2ECC-F780-BDD9-72D1-00543B9C5FEB}"/>
          </ac:spMkLst>
        </pc:spChg>
        <pc:spChg chg="add mod">
          <ac:chgData name="Modjtahedzadeh, Kam [US] (SP) (Contr)" userId="7b547dff-5da5-46b9-aaeb-9f0b7566cdec" providerId="ADAL" clId="{B45B66EC-BF88-4D51-8BED-FFD5EB845A67}" dt="2026-05-27T16:11:46.939" v="323" actId="1076"/>
          <ac:spMkLst>
            <pc:docMk/>
            <pc:sldMk cId="486656481" sldId="256"/>
            <ac:spMk id="42" creationId="{BF3A2888-B70B-5FA4-FC14-CE82D083BBE5}"/>
          </ac:spMkLst>
        </pc:spChg>
        <pc:spChg chg="add mod">
          <ac:chgData name="Modjtahedzadeh, Kam [US] (SP) (Contr)" userId="7b547dff-5da5-46b9-aaeb-9f0b7566cdec" providerId="ADAL" clId="{B45B66EC-BF88-4D51-8BED-FFD5EB845A67}" dt="2026-05-27T15:49:59.510" v="179" actId="1076"/>
          <ac:spMkLst>
            <pc:docMk/>
            <pc:sldMk cId="486656481" sldId="256"/>
            <ac:spMk id="43" creationId="{0CE848AB-3E6B-A204-719F-52DB0B4F67FF}"/>
          </ac:spMkLst>
        </pc:spChg>
        <pc:spChg chg="add mod">
          <ac:chgData name="Modjtahedzadeh, Kam [US] (SP) (Contr)" userId="7b547dff-5da5-46b9-aaeb-9f0b7566cdec" providerId="ADAL" clId="{B45B66EC-BF88-4D51-8BED-FFD5EB845A67}" dt="2026-05-27T15:43:23.312" v="106" actId="1076"/>
          <ac:spMkLst>
            <pc:docMk/>
            <pc:sldMk cId="486656481" sldId="256"/>
            <ac:spMk id="45" creationId="{52EA4B6A-7219-E81A-8683-96D338619D14}"/>
          </ac:spMkLst>
        </pc:spChg>
        <pc:spChg chg="add mod">
          <ac:chgData name="Modjtahedzadeh, Kam [US] (SP) (Contr)" userId="7b547dff-5da5-46b9-aaeb-9f0b7566cdec" providerId="ADAL" clId="{B45B66EC-BF88-4D51-8BED-FFD5EB845A67}" dt="2026-06-02T18:11:32.881" v="366" actId="20577"/>
          <ac:spMkLst>
            <pc:docMk/>
            <pc:sldMk cId="486656481" sldId="256"/>
            <ac:spMk id="46" creationId="{B52B3389-AF20-7C19-41BB-E1D7C2D63EB1}"/>
          </ac:spMkLst>
        </pc:spChg>
        <pc:spChg chg="add mod">
          <ac:chgData name="Modjtahedzadeh, Kam [US] (SP) (Contr)" userId="7b547dff-5da5-46b9-aaeb-9f0b7566cdec" providerId="ADAL" clId="{B45B66EC-BF88-4D51-8BED-FFD5EB845A67}" dt="2026-06-02T18:11:44.495" v="370" actId="6549"/>
          <ac:spMkLst>
            <pc:docMk/>
            <pc:sldMk cId="486656481" sldId="256"/>
            <ac:spMk id="47" creationId="{4B528F0D-CB92-F0A6-1D43-04A9F56A5413}"/>
          </ac:spMkLst>
        </pc:spChg>
        <pc:spChg chg="add mod">
          <ac:chgData name="Modjtahedzadeh, Kam [US] (SP) (Contr)" userId="7b547dff-5da5-46b9-aaeb-9f0b7566cdec" providerId="ADAL" clId="{B45B66EC-BF88-4D51-8BED-FFD5EB845A67}" dt="2026-06-02T18:11:51.852" v="373"/>
          <ac:spMkLst>
            <pc:docMk/>
            <pc:sldMk cId="486656481" sldId="256"/>
            <ac:spMk id="48" creationId="{EF77880C-782F-5400-24C6-4D5ABC88002E}"/>
          </ac:spMkLst>
        </pc:spChg>
        <pc:spChg chg="add mod">
          <ac:chgData name="Modjtahedzadeh, Kam [US] (SP) (Contr)" userId="7b547dff-5da5-46b9-aaeb-9f0b7566cdec" providerId="ADAL" clId="{B45B66EC-BF88-4D51-8BED-FFD5EB845A67}" dt="2026-05-27T16:11:46.939" v="323" actId="1076"/>
          <ac:spMkLst>
            <pc:docMk/>
            <pc:sldMk cId="486656481" sldId="256"/>
            <ac:spMk id="49" creationId="{C4B1B9D1-BE4D-D1AC-DBF1-F551BC251268}"/>
          </ac:spMkLst>
        </pc:spChg>
        <pc:spChg chg="add mod">
          <ac:chgData name="Modjtahedzadeh, Kam [US] (SP) (Contr)" userId="7b547dff-5da5-46b9-aaeb-9f0b7566cdec" providerId="ADAL" clId="{B45B66EC-BF88-4D51-8BED-FFD5EB845A67}" dt="2026-05-27T15:46:46.409" v="153" actId="20577"/>
          <ac:spMkLst>
            <pc:docMk/>
            <pc:sldMk cId="486656481" sldId="256"/>
            <ac:spMk id="50" creationId="{A410B948-C68D-1F5C-D70D-B164C5B21D14}"/>
          </ac:spMkLst>
        </pc:spChg>
        <pc:cxnChg chg="add mod">
          <ac:chgData name="Modjtahedzadeh, Kam [US] (SP) (Contr)" userId="7b547dff-5da5-46b9-aaeb-9f0b7566cdec" providerId="ADAL" clId="{B45B66EC-BF88-4D51-8BED-FFD5EB845A67}" dt="2026-05-27T15:41:39.135" v="88" actId="1076"/>
          <ac:cxnSpMkLst>
            <pc:docMk/>
            <pc:sldMk cId="486656481" sldId="256"/>
            <ac:cxnSpMk id="10" creationId="{1A647089-C1BF-5B72-1AB3-2F3FE49840E7}"/>
          </ac:cxnSpMkLst>
        </pc:cxnChg>
        <pc:cxnChg chg="add mod">
          <ac:chgData name="Modjtahedzadeh, Kam [US] (SP) (Contr)" userId="7b547dff-5da5-46b9-aaeb-9f0b7566cdec" providerId="ADAL" clId="{B45B66EC-BF88-4D51-8BED-FFD5EB845A67}" dt="2026-05-27T15:42:32.347" v="97" actId="1076"/>
          <ac:cxnSpMkLst>
            <pc:docMk/>
            <pc:sldMk cId="486656481" sldId="256"/>
            <ac:cxnSpMk id="11" creationId="{EBD2FAB5-C6CC-F595-60C0-2C020F26C78A}"/>
          </ac:cxnSpMkLst>
        </pc:cxnChg>
        <pc:cxnChg chg="add del mod">
          <ac:chgData name="Modjtahedzadeh, Kam [US] (SP) (Contr)" userId="7b547dff-5da5-46b9-aaeb-9f0b7566cdec" providerId="ADAL" clId="{B45B66EC-BF88-4D51-8BED-FFD5EB845A67}" dt="2026-05-27T15:47:59.106" v="161" actId="14100"/>
          <ac:cxnSpMkLst>
            <pc:docMk/>
            <pc:sldMk cId="486656481" sldId="256"/>
            <ac:cxnSpMk id="12" creationId="{B8788667-EF7D-E027-DEDE-2D9521D0DA64}"/>
          </ac:cxnSpMkLst>
        </pc:cxnChg>
        <pc:cxnChg chg="add mod">
          <ac:chgData name="Modjtahedzadeh, Kam [US] (SP) (Contr)" userId="7b547dff-5da5-46b9-aaeb-9f0b7566cdec" providerId="ADAL" clId="{B45B66EC-BF88-4D51-8BED-FFD5EB845A67}" dt="2026-05-28T20:25:24.826" v="351" actId="1076"/>
          <ac:cxnSpMkLst>
            <pc:docMk/>
            <pc:sldMk cId="486656481" sldId="256"/>
            <ac:cxnSpMk id="16" creationId="{B03AF4A6-B6DD-FC95-DA33-BC651B240AD1}"/>
          </ac:cxnSpMkLst>
        </pc:cxnChg>
        <pc:cxnChg chg="add mod">
          <ac:chgData name="Modjtahedzadeh, Kam [US] (SP) (Contr)" userId="7b547dff-5da5-46b9-aaeb-9f0b7566cdec" providerId="ADAL" clId="{B45B66EC-BF88-4D51-8BED-FFD5EB845A67}" dt="2026-05-27T15:41:39.135" v="88" actId="1076"/>
          <ac:cxnSpMkLst>
            <pc:docMk/>
            <pc:sldMk cId="486656481" sldId="256"/>
            <ac:cxnSpMk id="20" creationId="{3B25028D-8857-0156-18EA-EE77F11FEA7F}"/>
          </ac:cxnSpMkLst>
        </pc:cxnChg>
        <pc:cxnChg chg="add mod">
          <ac:chgData name="Modjtahedzadeh, Kam [US] (SP) (Contr)" userId="7b547dff-5da5-46b9-aaeb-9f0b7566cdec" providerId="ADAL" clId="{B45B66EC-BF88-4D51-8BED-FFD5EB845A67}" dt="2026-05-27T15:41:39.135" v="88" actId="1076"/>
          <ac:cxnSpMkLst>
            <pc:docMk/>
            <pc:sldMk cId="486656481" sldId="256"/>
            <ac:cxnSpMk id="29" creationId="{E2F6D52A-CC78-C72C-1756-219D370162A2}"/>
          </ac:cxnSpMkLst>
        </pc:cxnChg>
        <pc:cxnChg chg="add mod">
          <ac:chgData name="Modjtahedzadeh, Kam [US] (SP) (Contr)" userId="7b547dff-5da5-46b9-aaeb-9f0b7566cdec" providerId="ADAL" clId="{B45B66EC-BF88-4D51-8BED-FFD5EB845A67}" dt="2026-05-27T15:41:39.135" v="88" actId="1076"/>
          <ac:cxnSpMkLst>
            <pc:docMk/>
            <pc:sldMk cId="486656481" sldId="256"/>
            <ac:cxnSpMk id="32" creationId="{0445B6D2-E7E5-6424-EC96-0A27EF417D70}"/>
          </ac:cxnSpMkLst>
        </pc:cxnChg>
        <pc:cxnChg chg="add mod">
          <ac:chgData name="Modjtahedzadeh, Kam [US] (SP) (Contr)" userId="7b547dff-5da5-46b9-aaeb-9f0b7566cdec" providerId="ADAL" clId="{B45B66EC-BF88-4D51-8BED-FFD5EB845A67}" dt="2026-05-27T15:41:39.135" v="88" actId="1076"/>
          <ac:cxnSpMkLst>
            <pc:docMk/>
            <pc:sldMk cId="486656481" sldId="256"/>
            <ac:cxnSpMk id="39" creationId="{8397468A-2B79-A3D5-7EF1-A17A1255C221}"/>
          </ac:cxnSpMkLst>
        </pc:cxnChg>
        <pc:cxnChg chg="add mod">
          <ac:chgData name="Modjtahedzadeh, Kam [US] (SP) (Contr)" userId="7b547dff-5da5-46b9-aaeb-9f0b7566cdec" providerId="ADAL" clId="{B45B66EC-BF88-4D51-8BED-FFD5EB845A67}" dt="2026-05-28T15:19:24.616" v="345" actId="1076"/>
          <ac:cxnSpMkLst>
            <pc:docMk/>
            <pc:sldMk cId="486656481" sldId="256"/>
            <ac:cxnSpMk id="54" creationId="{A0153A5F-BB64-19C8-4C9F-BCF692535AE6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8C1B18-AC59-4A2A-9B8B-84F69D06658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7A7D7E-38CC-429E-B8E0-E0C6983893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1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7A7D7E-38CC-429E-B8E0-E0C69838935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9338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91A52-5BE4-4BCE-B322-29F1BFBFB4E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8CB4E-70EA-44CA-AD02-8427FFEDD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789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91A52-5BE4-4BCE-B322-29F1BFBFB4E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8CB4E-70EA-44CA-AD02-8427FFEDD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877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91A52-5BE4-4BCE-B322-29F1BFBFB4E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8CB4E-70EA-44CA-AD02-8427FFEDD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967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91A52-5BE4-4BCE-B322-29F1BFBFB4E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8CB4E-70EA-44CA-AD02-8427FFEDD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126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91A52-5BE4-4BCE-B322-29F1BFBFB4E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8CB4E-70EA-44CA-AD02-8427FFEDD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166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91A52-5BE4-4BCE-B322-29F1BFBFB4E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8CB4E-70EA-44CA-AD02-8427FFEDD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706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91A52-5BE4-4BCE-B322-29F1BFBFB4E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8CB4E-70EA-44CA-AD02-8427FFEDD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806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91A52-5BE4-4BCE-B322-29F1BFBFB4E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8CB4E-70EA-44CA-AD02-8427FFEDD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56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91A52-5BE4-4BCE-B322-29F1BFBFB4E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8CB4E-70EA-44CA-AD02-8427FFEDD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789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91A52-5BE4-4BCE-B322-29F1BFBFB4E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8CB4E-70EA-44CA-AD02-8427FFEDD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975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91A52-5BE4-4BCE-B322-29F1BFBFB4E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8CB4E-70EA-44CA-AD02-8427FFEDD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081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D91A52-5BE4-4BCE-B322-29F1BFBFB4E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08CB4E-70EA-44CA-AD02-8427FFEDD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784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25AC0D12-F233-1FDB-D604-2810535B1CB3}"/>
              </a:ext>
            </a:extLst>
          </p:cNvPr>
          <p:cNvSpPr/>
          <p:nvPr/>
        </p:nvSpPr>
        <p:spPr>
          <a:xfrm>
            <a:off x="3347096" y="3833514"/>
            <a:ext cx="640080" cy="640080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tial Circle 7">
            <a:extLst>
              <a:ext uri="{FF2B5EF4-FFF2-40B4-BE49-F238E27FC236}">
                <a16:creationId xmlns:a16="http://schemas.microsoft.com/office/drawing/2014/main" id="{1FC003A3-A9B6-F83C-258E-66334109E4FE}"/>
              </a:ext>
            </a:extLst>
          </p:cNvPr>
          <p:cNvSpPr/>
          <p:nvPr/>
        </p:nvSpPr>
        <p:spPr>
          <a:xfrm rot="6639988">
            <a:off x="1780149" y="2370212"/>
            <a:ext cx="3773972" cy="3566685"/>
          </a:xfrm>
          <a:prstGeom prst="pie">
            <a:avLst>
              <a:gd name="adj1" fmla="val 5373957"/>
              <a:gd name="adj2" fmla="val 16200000"/>
            </a:avLst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A647089-C1BF-5B72-1AB3-2F3FE49840E7}"/>
              </a:ext>
            </a:extLst>
          </p:cNvPr>
          <p:cNvCxnSpPr>
            <a:cxnSpLocks/>
          </p:cNvCxnSpPr>
          <p:nvPr/>
        </p:nvCxnSpPr>
        <p:spPr>
          <a:xfrm>
            <a:off x="3667135" y="1638955"/>
            <a:ext cx="0" cy="2514599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BD2FAB5-C6CC-F595-60C0-2C020F26C78A}"/>
              </a:ext>
            </a:extLst>
          </p:cNvPr>
          <p:cNvCxnSpPr>
            <a:cxnSpLocks/>
          </p:cNvCxnSpPr>
          <p:nvPr/>
        </p:nvCxnSpPr>
        <p:spPr>
          <a:xfrm flipH="1">
            <a:off x="2222385" y="4153554"/>
            <a:ext cx="1438441" cy="1391981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8788667-EF7D-E027-DEDE-2D9521D0DA64}"/>
              </a:ext>
            </a:extLst>
          </p:cNvPr>
          <p:cNvCxnSpPr>
            <a:cxnSpLocks/>
          </p:cNvCxnSpPr>
          <p:nvPr/>
        </p:nvCxnSpPr>
        <p:spPr>
          <a:xfrm flipV="1">
            <a:off x="3660826" y="4125525"/>
            <a:ext cx="1822351" cy="13924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8AEA2ECC-F780-BDD9-72D1-00543B9C5FEB}"/>
              </a:ext>
            </a:extLst>
          </p:cNvPr>
          <p:cNvSpPr/>
          <p:nvPr/>
        </p:nvSpPr>
        <p:spPr>
          <a:xfrm>
            <a:off x="5014846" y="2857586"/>
            <a:ext cx="182880" cy="182880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B25028D-8857-0156-18EA-EE77F11FEA7F}"/>
              </a:ext>
            </a:extLst>
          </p:cNvPr>
          <p:cNvCxnSpPr>
            <a:cxnSpLocks/>
            <a:endCxn id="18" idx="3"/>
          </p:cNvCxnSpPr>
          <p:nvPr/>
        </p:nvCxnSpPr>
        <p:spPr>
          <a:xfrm flipV="1">
            <a:off x="3660826" y="3013685"/>
            <a:ext cx="1380803" cy="1125765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2F6D52A-CC78-C72C-1756-219D370162A2}"/>
              </a:ext>
            </a:extLst>
          </p:cNvPr>
          <p:cNvCxnSpPr>
            <a:cxnSpLocks/>
          </p:cNvCxnSpPr>
          <p:nvPr/>
        </p:nvCxnSpPr>
        <p:spPr>
          <a:xfrm flipV="1">
            <a:off x="3660825" y="1115387"/>
            <a:ext cx="1516106" cy="302406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445B6D2-E7E5-6424-EC96-0A27EF417D70}"/>
              </a:ext>
            </a:extLst>
          </p:cNvPr>
          <p:cNvCxnSpPr>
            <a:cxnSpLocks/>
          </p:cNvCxnSpPr>
          <p:nvPr/>
        </p:nvCxnSpPr>
        <p:spPr>
          <a:xfrm>
            <a:off x="3660825" y="4153553"/>
            <a:ext cx="3810172" cy="144580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397468A-2B79-A3D5-7EF1-A17A1255C221}"/>
              </a:ext>
            </a:extLst>
          </p:cNvPr>
          <p:cNvCxnSpPr>
            <a:cxnSpLocks/>
          </p:cNvCxnSpPr>
          <p:nvPr/>
        </p:nvCxnSpPr>
        <p:spPr>
          <a:xfrm flipH="1" flipV="1">
            <a:off x="1757161" y="1243337"/>
            <a:ext cx="1909975" cy="291021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F3A2888-B70B-5FA4-FC14-CE82D083BBE5}"/>
                  </a:ext>
                </a:extLst>
              </p:cNvPr>
              <p:cNvSpPr txBox="1"/>
              <p:nvPr/>
            </p:nvSpPr>
            <p:spPr>
              <a:xfrm>
                <a:off x="1896033" y="5414693"/>
                <a:ext cx="26879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F3A2888-B70B-5FA4-FC14-CE82D083B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6033" y="5414693"/>
                <a:ext cx="268792" cy="369332"/>
              </a:xfrm>
              <a:prstGeom prst="rect">
                <a:avLst/>
              </a:prstGeom>
              <a:blipFill>
                <a:blip r:embed="rId3"/>
                <a:stretch>
                  <a:fillRect l="-27273" r="-25000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CE848AB-3E6B-A204-719F-52DB0B4F67FF}"/>
                  </a:ext>
                </a:extLst>
              </p:cNvPr>
              <p:cNvSpPr txBox="1"/>
              <p:nvPr/>
            </p:nvSpPr>
            <p:spPr>
              <a:xfrm>
                <a:off x="6628603" y="3929149"/>
                <a:ext cx="25596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CE848AB-3E6B-A204-719F-52DB0B4F67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8603" y="3929149"/>
                <a:ext cx="255968" cy="369332"/>
              </a:xfrm>
              <a:prstGeom prst="rect">
                <a:avLst/>
              </a:prstGeom>
              <a:blipFill>
                <a:blip r:embed="rId4"/>
                <a:stretch>
                  <a:fillRect l="-28571" r="-26190"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2EA4B6A-7219-E81A-8683-96D338619D14}"/>
                  </a:ext>
                </a:extLst>
              </p:cNvPr>
              <p:cNvSpPr txBox="1"/>
              <p:nvPr/>
            </p:nvSpPr>
            <p:spPr>
              <a:xfrm>
                <a:off x="3513649" y="1269263"/>
                <a:ext cx="25276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2EA4B6A-7219-E81A-8683-96D338619D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3649" y="1269263"/>
                <a:ext cx="252762" cy="369332"/>
              </a:xfrm>
              <a:prstGeom prst="rect">
                <a:avLst/>
              </a:prstGeom>
              <a:blipFill>
                <a:blip r:embed="rId5"/>
                <a:stretch>
                  <a:fillRect l="-28571" r="-26190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52B3389-AF20-7C19-41BB-E1D7C2D63EB1}"/>
                  </a:ext>
                </a:extLst>
              </p:cNvPr>
              <p:cNvSpPr txBox="1"/>
              <p:nvPr/>
            </p:nvSpPr>
            <p:spPr>
              <a:xfrm>
                <a:off x="7470997" y="5452318"/>
                <a:ext cx="268792" cy="3759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52B3389-AF20-7C19-41BB-E1D7C2D63E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0997" y="5452318"/>
                <a:ext cx="268792" cy="375937"/>
              </a:xfrm>
              <a:prstGeom prst="rect">
                <a:avLst/>
              </a:prstGeom>
              <a:blipFill>
                <a:blip r:embed="rId6"/>
                <a:stretch>
                  <a:fillRect l="-29545" t="-22581" r="-68182"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4B528F0D-CB92-F0A6-1D43-04A9F56A5413}"/>
                  </a:ext>
                </a:extLst>
              </p:cNvPr>
              <p:cNvSpPr txBox="1"/>
              <p:nvPr/>
            </p:nvSpPr>
            <p:spPr>
              <a:xfrm>
                <a:off x="5102255" y="781311"/>
                <a:ext cx="323294" cy="3759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̃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4B528F0D-CB92-F0A6-1D43-04A9F56A54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2255" y="781311"/>
                <a:ext cx="323294" cy="375937"/>
              </a:xfrm>
              <a:prstGeom prst="rect">
                <a:avLst/>
              </a:prstGeom>
              <a:blipFill>
                <a:blip r:embed="rId7"/>
                <a:stretch>
                  <a:fillRect l="-3774" t="-22581" r="-69811"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F77880C-782F-5400-24C6-4D5ABC88002E}"/>
                  </a:ext>
                </a:extLst>
              </p:cNvPr>
              <p:cNvSpPr txBox="1"/>
              <p:nvPr/>
            </p:nvSpPr>
            <p:spPr>
              <a:xfrm>
                <a:off x="1332580" y="817836"/>
                <a:ext cx="610680" cy="4238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acc>
                      <m:r>
                        <a:rPr lang="en-US" sz="2400" i="1"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̃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acc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F77880C-782F-5400-24C6-4D5ABC8800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2580" y="817836"/>
                <a:ext cx="610680" cy="4238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4B1B9D1-BE4D-D1AC-DBF1-F551BC251268}"/>
                  </a:ext>
                </a:extLst>
              </p:cNvPr>
              <p:cNvSpPr txBox="1"/>
              <p:nvPr/>
            </p:nvSpPr>
            <p:spPr>
              <a:xfrm>
                <a:off x="2883433" y="3995800"/>
                <a:ext cx="44127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4B1B9D1-BE4D-D1AC-DBF1-F551BC2512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3433" y="3995800"/>
                <a:ext cx="441275" cy="369332"/>
              </a:xfrm>
              <a:prstGeom prst="rect">
                <a:avLst/>
              </a:prstGeom>
              <a:blipFill>
                <a:blip r:embed="rId9"/>
                <a:stretch>
                  <a:fillRect l="-16667" r="-6944"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410B948-C68D-1F5C-D70D-B164C5B21D14}"/>
                  </a:ext>
                </a:extLst>
              </p:cNvPr>
              <p:cNvSpPr txBox="1"/>
              <p:nvPr/>
            </p:nvSpPr>
            <p:spPr>
              <a:xfrm>
                <a:off x="5198198" y="2551649"/>
                <a:ext cx="44839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410B948-C68D-1F5C-D70D-B164C5B21D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8198" y="2551649"/>
                <a:ext cx="448391" cy="369332"/>
              </a:xfrm>
              <a:prstGeom prst="rect">
                <a:avLst/>
              </a:prstGeom>
              <a:blipFill>
                <a:blip r:embed="rId10"/>
                <a:stretch>
                  <a:fillRect l="-17808" r="-6849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A0153A5F-BB64-19C8-4C9F-BCF692535AE6}"/>
              </a:ext>
            </a:extLst>
          </p:cNvPr>
          <p:cNvCxnSpPr>
            <a:cxnSpLocks/>
          </p:cNvCxnSpPr>
          <p:nvPr/>
        </p:nvCxnSpPr>
        <p:spPr>
          <a:xfrm flipV="1">
            <a:off x="5477856" y="4111421"/>
            <a:ext cx="1106507" cy="13924"/>
          </a:xfrm>
          <a:prstGeom prst="line">
            <a:avLst/>
          </a:prstGeom>
          <a:ln w="38100">
            <a:prstDash val="soli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Arrow: Curved Right 2">
            <a:extLst>
              <a:ext uri="{FF2B5EF4-FFF2-40B4-BE49-F238E27FC236}">
                <a16:creationId xmlns:a16="http://schemas.microsoft.com/office/drawing/2014/main" id="{5DE2BBE8-7083-5A8C-AD72-1FC339CD6973}"/>
              </a:ext>
            </a:extLst>
          </p:cNvPr>
          <p:cNvSpPr/>
          <p:nvPr/>
        </p:nvSpPr>
        <p:spPr>
          <a:xfrm rot="4783455">
            <a:off x="3252345" y="2828621"/>
            <a:ext cx="161711" cy="593389"/>
          </a:xfrm>
          <a:prstGeom prst="curvedRightArrow">
            <a:avLst>
              <a:gd name="adj1" fmla="val 0"/>
              <a:gd name="adj2" fmla="val 71295"/>
              <a:gd name="adj3" fmla="val 58083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054D057-D34A-E0F9-9427-3AFB296B7FAB}"/>
                  </a:ext>
                </a:extLst>
              </p:cNvPr>
              <p:cNvSpPr txBox="1"/>
              <p:nvPr/>
            </p:nvSpPr>
            <p:spPr>
              <a:xfrm>
                <a:off x="3255762" y="2671134"/>
                <a:ext cx="17004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054D057-D34A-E0F9-9427-3AFB296B7F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5762" y="2671134"/>
                <a:ext cx="170047" cy="369332"/>
              </a:xfrm>
              <a:prstGeom prst="rect">
                <a:avLst/>
              </a:prstGeom>
              <a:blipFill>
                <a:blip r:embed="rId11"/>
                <a:stretch>
                  <a:fillRect l="-42857" r="-39286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Arrow: Curved Right 1">
            <a:extLst>
              <a:ext uri="{FF2B5EF4-FFF2-40B4-BE49-F238E27FC236}">
                <a16:creationId xmlns:a16="http://schemas.microsoft.com/office/drawing/2014/main" id="{13C7B8A6-752B-FC89-3C4C-DA0EF4906ACF}"/>
              </a:ext>
            </a:extLst>
          </p:cNvPr>
          <p:cNvSpPr/>
          <p:nvPr/>
        </p:nvSpPr>
        <p:spPr>
          <a:xfrm rot="15693430">
            <a:off x="3694554" y="4101675"/>
            <a:ext cx="258897" cy="975723"/>
          </a:xfrm>
          <a:prstGeom prst="curvedRightArrow">
            <a:avLst>
              <a:gd name="adj1" fmla="val 0"/>
              <a:gd name="adj2" fmla="val 55419"/>
              <a:gd name="adj3" fmla="val 26595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AAA6D5C-DC58-B415-1127-F6F222CCAE69}"/>
                  </a:ext>
                </a:extLst>
              </p:cNvPr>
              <p:cNvSpPr txBox="1"/>
              <p:nvPr/>
            </p:nvSpPr>
            <p:spPr>
              <a:xfrm>
                <a:off x="3639559" y="4729267"/>
                <a:ext cx="27090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AAA6D5C-DC58-B415-1127-F6F222CCAE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9559" y="4729267"/>
                <a:ext cx="270908" cy="369332"/>
              </a:xfrm>
              <a:prstGeom prst="rect">
                <a:avLst/>
              </a:prstGeom>
              <a:blipFill>
                <a:blip r:embed="rId12"/>
                <a:stretch>
                  <a:fillRect l="-27273" r="-29545"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rrow: Curved Right 5">
            <a:extLst>
              <a:ext uri="{FF2B5EF4-FFF2-40B4-BE49-F238E27FC236}">
                <a16:creationId xmlns:a16="http://schemas.microsoft.com/office/drawing/2014/main" id="{AED561F7-1D9B-30FB-16BF-A4C239B866AA}"/>
              </a:ext>
            </a:extLst>
          </p:cNvPr>
          <p:cNvSpPr/>
          <p:nvPr/>
        </p:nvSpPr>
        <p:spPr>
          <a:xfrm rot="11592891">
            <a:off x="4563708" y="3324461"/>
            <a:ext cx="410836" cy="1149270"/>
          </a:xfrm>
          <a:prstGeom prst="curvedRightArrow">
            <a:avLst>
              <a:gd name="adj1" fmla="val 0"/>
              <a:gd name="adj2" fmla="val 37086"/>
              <a:gd name="adj3" fmla="val 28164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CE6FD94-6B3E-A671-3DC1-69812EB2AB50}"/>
                  </a:ext>
                </a:extLst>
              </p:cNvPr>
              <p:cNvSpPr txBox="1"/>
              <p:nvPr/>
            </p:nvSpPr>
            <p:spPr>
              <a:xfrm>
                <a:off x="4978127" y="3719135"/>
                <a:ext cx="27751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𝜑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CE6FD94-6B3E-A671-3DC1-69812EB2AB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127" y="3719135"/>
                <a:ext cx="277512" cy="369332"/>
              </a:xfrm>
              <a:prstGeom prst="rect">
                <a:avLst/>
              </a:prstGeom>
              <a:blipFill>
                <a:blip r:embed="rId13"/>
                <a:stretch>
                  <a:fillRect l="-28889" r="-26667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803898A-3B2B-DC57-4B97-402EEA923C29}"/>
                  </a:ext>
                </a:extLst>
              </p:cNvPr>
              <p:cNvSpPr txBox="1"/>
              <p:nvPr/>
            </p:nvSpPr>
            <p:spPr>
              <a:xfrm>
                <a:off x="4464439" y="3059668"/>
                <a:ext cx="21512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803898A-3B2B-DC57-4B97-402EEA923C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4439" y="3059668"/>
                <a:ext cx="215122" cy="369332"/>
              </a:xfrm>
              <a:prstGeom prst="rect">
                <a:avLst/>
              </a:prstGeom>
              <a:blipFill>
                <a:blip r:embed="rId14"/>
                <a:stretch>
                  <a:fillRect l="-19444" r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2DD284A8-858C-8342-2335-64D4190A1426}"/>
              </a:ext>
            </a:extLst>
          </p:cNvPr>
          <p:cNvSpPr txBox="1"/>
          <p:nvPr/>
        </p:nvSpPr>
        <p:spPr>
          <a:xfrm>
            <a:off x="5855953" y="3259290"/>
            <a:ext cx="16659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Orbit Plane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03AF4A6-B6DD-FC95-DA33-BC651B240AD1}"/>
              </a:ext>
            </a:extLst>
          </p:cNvPr>
          <p:cNvCxnSpPr>
            <a:cxnSpLocks/>
          </p:cNvCxnSpPr>
          <p:nvPr/>
        </p:nvCxnSpPr>
        <p:spPr>
          <a:xfrm flipH="1">
            <a:off x="5491163" y="3508735"/>
            <a:ext cx="364790" cy="139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66564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</TotalTime>
  <Words>19</Words>
  <Application>Microsoft Office PowerPoint</Application>
  <PresentationFormat>On-screen Show (4:3)</PresentationFormat>
  <Paragraphs>14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>Northrop Grumman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Modjtahedzadeh, Kam [US] (SP) (Contr)</dc:creator>
  <cp:lastModifiedBy>Modjtahedzadeh, Kam [US] (SP) (Contr)</cp:lastModifiedBy>
  <cp:revision>1</cp:revision>
  <dcterms:created xsi:type="dcterms:W3CDTF">2026-05-27T15:22:24Z</dcterms:created>
  <dcterms:modified xsi:type="dcterms:W3CDTF">2026-06-02T18:11:55Z</dcterms:modified>
</cp:coreProperties>
</file>