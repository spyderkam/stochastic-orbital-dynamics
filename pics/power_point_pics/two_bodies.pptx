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45720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05588B-9560-415A-91B9-0154B232AC87}" v="67" dt="2026-05-26T17:41:50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660"/>
  </p:normalViewPr>
  <p:slideViewPr>
    <p:cSldViewPr snapToGrid="0">
      <p:cViewPr>
        <p:scale>
          <a:sx n="200" d="100"/>
          <a:sy n="200" d="100"/>
        </p:scale>
        <p:origin x="2100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jtahedzadeh, Kam [US] (SP) (Contr)" userId="7b547dff-5da5-46b9-aaeb-9f0b7566cdec" providerId="ADAL" clId="{B45B66EC-BF88-4D51-8BED-FFD5EB845A67}"/>
    <pc:docChg chg="undo custSel addSld delSld modSld modMainMaster">
      <pc:chgData name="Modjtahedzadeh, Kam [US] (SP) (Contr)" userId="7b547dff-5da5-46b9-aaeb-9f0b7566cdec" providerId="ADAL" clId="{B45B66EC-BF88-4D51-8BED-FFD5EB845A67}" dt="2026-05-26T17:42:18.160" v="142" actId="1076"/>
      <pc:docMkLst>
        <pc:docMk/>
      </pc:docMkLst>
      <pc:sldChg chg="modSp del">
        <pc:chgData name="Modjtahedzadeh, Kam [US] (SP) (Contr)" userId="7b547dff-5da5-46b9-aaeb-9f0b7566cdec" providerId="ADAL" clId="{B45B66EC-BF88-4D51-8BED-FFD5EB845A67}" dt="2026-05-26T17:31:12.939" v="2" actId="47"/>
        <pc:sldMkLst>
          <pc:docMk/>
          <pc:sldMk cId="2797915155" sldId="256"/>
        </pc:sldMkLst>
        <pc:spChg chg="mod">
          <ac:chgData name="Modjtahedzadeh, Kam [US] (SP) (Contr)" userId="7b547dff-5da5-46b9-aaeb-9f0b7566cdec" providerId="ADAL" clId="{B45B66EC-BF88-4D51-8BED-FFD5EB845A67}" dt="2026-05-26T17:31:09.441" v="1"/>
          <ac:spMkLst>
            <pc:docMk/>
            <pc:sldMk cId="2797915155" sldId="256"/>
            <ac:spMk id="2" creationId="{E15093A7-C2F4-5A7D-FD01-FAA3FC5B10FD}"/>
          </ac:spMkLst>
        </pc:spChg>
        <pc:spChg chg="mod">
          <ac:chgData name="Modjtahedzadeh, Kam [US] (SP) (Contr)" userId="7b547dff-5da5-46b9-aaeb-9f0b7566cdec" providerId="ADAL" clId="{B45B66EC-BF88-4D51-8BED-FFD5EB845A67}" dt="2026-05-26T17:31:09.441" v="1"/>
          <ac:spMkLst>
            <pc:docMk/>
            <pc:sldMk cId="2797915155" sldId="256"/>
            <ac:spMk id="3" creationId="{AD3988EA-A3D2-CF9B-2AB9-3168A32DB402}"/>
          </ac:spMkLst>
        </pc:spChg>
      </pc:sldChg>
      <pc:sldChg chg="addSp delSp modSp new mod">
        <pc:chgData name="Modjtahedzadeh, Kam [US] (SP) (Contr)" userId="7b547dff-5da5-46b9-aaeb-9f0b7566cdec" providerId="ADAL" clId="{B45B66EC-BF88-4D51-8BED-FFD5EB845A67}" dt="2026-05-26T17:42:18.160" v="142" actId="1076"/>
        <pc:sldMkLst>
          <pc:docMk/>
          <pc:sldMk cId="3125089185" sldId="257"/>
        </pc:sldMkLst>
        <pc:spChg chg="add mod">
          <ac:chgData name="Modjtahedzadeh, Kam [US] (SP) (Contr)" userId="7b547dff-5da5-46b9-aaeb-9f0b7566cdec" providerId="ADAL" clId="{B45B66EC-BF88-4D51-8BED-FFD5EB845A67}" dt="2026-05-26T17:42:18.160" v="142" actId="1076"/>
          <ac:spMkLst>
            <pc:docMk/>
            <pc:sldMk cId="3125089185" sldId="257"/>
            <ac:spMk id="16" creationId="{6DA7A59F-F517-CB4B-37B8-D0254D2B86A0}"/>
          </ac:spMkLst>
        </pc:spChg>
        <pc:spChg chg="add mod">
          <ac:chgData name="Modjtahedzadeh, Kam [US] (SP) (Contr)" userId="7b547dff-5da5-46b9-aaeb-9f0b7566cdec" providerId="ADAL" clId="{B45B66EC-BF88-4D51-8BED-FFD5EB845A67}" dt="2026-05-26T17:42:18.160" v="142" actId="1076"/>
          <ac:spMkLst>
            <pc:docMk/>
            <pc:sldMk cId="3125089185" sldId="257"/>
            <ac:spMk id="17" creationId="{000E9368-D4DA-221E-27D6-7260975F44A8}"/>
          </ac:spMkLst>
        </pc:spChg>
        <pc:spChg chg="add mod">
          <ac:chgData name="Modjtahedzadeh, Kam [US] (SP) (Contr)" userId="7b547dff-5da5-46b9-aaeb-9f0b7566cdec" providerId="ADAL" clId="{B45B66EC-BF88-4D51-8BED-FFD5EB845A67}" dt="2026-05-26T17:38:09.062" v="63" actId="20577"/>
          <ac:spMkLst>
            <pc:docMk/>
            <pc:sldMk cId="3125089185" sldId="257"/>
            <ac:spMk id="31" creationId="{25F5D8CD-0F91-59F1-3B1A-7BDA33E74676}"/>
          </ac:spMkLst>
        </pc:spChg>
        <pc:spChg chg="add del mod">
          <ac:chgData name="Modjtahedzadeh, Kam [US] (SP) (Contr)" userId="7b547dff-5da5-46b9-aaeb-9f0b7566cdec" providerId="ADAL" clId="{B45B66EC-BF88-4D51-8BED-FFD5EB845A67}" dt="2026-05-26T17:39:22.072" v="85" actId="478"/>
          <ac:spMkLst>
            <pc:docMk/>
            <pc:sldMk cId="3125089185" sldId="257"/>
            <ac:spMk id="32" creationId="{D841215E-819C-7891-3825-AFCCD2B32D39}"/>
          </ac:spMkLst>
        </pc:spChg>
        <pc:spChg chg="add del mod">
          <ac:chgData name="Modjtahedzadeh, Kam [US] (SP) (Contr)" userId="7b547dff-5da5-46b9-aaeb-9f0b7566cdec" providerId="ADAL" clId="{B45B66EC-BF88-4D51-8BED-FFD5EB845A67}" dt="2026-05-26T17:42:18.160" v="142" actId="1076"/>
          <ac:spMkLst>
            <pc:docMk/>
            <pc:sldMk cId="3125089185" sldId="257"/>
            <ac:spMk id="33" creationId="{4A02CCF3-3AE7-23CD-40AE-5837AB90A1A4}"/>
          </ac:spMkLst>
        </pc:spChg>
        <pc:spChg chg="add mod">
          <ac:chgData name="Modjtahedzadeh, Kam [US] (SP) (Contr)" userId="7b547dff-5da5-46b9-aaeb-9f0b7566cdec" providerId="ADAL" clId="{B45B66EC-BF88-4D51-8BED-FFD5EB845A67}" dt="2026-05-26T17:42:18.160" v="142" actId="1076"/>
          <ac:spMkLst>
            <pc:docMk/>
            <pc:sldMk cId="3125089185" sldId="257"/>
            <ac:spMk id="34" creationId="{B60F39E5-8683-F26D-596C-8D419C009437}"/>
          </ac:spMkLst>
        </pc:spChg>
        <pc:spChg chg="add mod">
          <ac:chgData name="Modjtahedzadeh, Kam [US] (SP) (Contr)" userId="7b547dff-5da5-46b9-aaeb-9f0b7566cdec" providerId="ADAL" clId="{B45B66EC-BF88-4D51-8BED-FFD5EB845A67}" dt="2026-05-26T17:42:18.160" v="142" actId="1076"/>
          <ac:spMkLst>
            <pc:docMk/>
            <pc:sldMk cId="3125089185" sldId="257"/>
            <ac:spMk id="36" creationId="{1485D9D6-C0D1-428B-0037-F88651DE089A}"/>
          </ac:spMkLst>
        </pc:spChg>
        <pc:spChg chg="add mod">
          <ac:chgData name="Modjtahedzadeh, Kam [US] (SP) (Contr)" userId="7b547dff-5da5-46b9-aaeb-9f0b7566cdec" providerId="ADAL" clId="{B45B66EC-BF88-4D51-8BED-FFD5EB845A67}" dt="2026-05-26T17:42:18.160" v="142" actId="1076"/>
          <ac:spMkLst>
            <pc:docMk/>
            <pc:sldMk cId="3125089185" sldId="257"/>
            <ac:spMk id="37" creationId="{98B7AC5A-3179-BF0A-C8DE-CD29FE1DA9B1}"/>
          </ac:spMkLst>
        </pc:spChg>
        <pc:spChg chg="add mod">
          <ac:chgData name="Modjtahedzadeh, Kam [US] (SP) (Contr)" userId="7b547dff-5da5-46b9-aaeb-9f0b7566cdec" providerId="ADAL" clId="{B45B66EC-BF88-4D51-8BED-FFD5EB845A67}" dt="2026-05-26T17:42:18.160" v="142" actId="1076"/>
          <ac:spMkLst>
            <pc:docMk/>
            <pc:sldMk cId="3125089185" sldId="257"/>
            <ac:spMk id="38" creationId="{6B977227-5867-01F7-A955-0D6EC1173DD2}"/>
          </ac:spMkLst>
        </pc:spChg>
        <pc:spChg chg="add del mod">
          <ac:chgData name="Modjtahedzadeh, Kam [US] (SP) (Contr)" userId="7b547dff-5da5-46b9-aaeb-9f0b7566cdec" providerId="ADAL" clId="{B45B66EC-BF88-4D51-8BED-FFD5EB845A67}" dt="2026-05-26T17:41:09.442" v="120" actId="478"/>
          <ac:spMkLst>
            <pc:docMk/>
            <pc:sldMk cId="3125089185" sldId="257"/>
            <ac:spMk id="39" creationId="{18A61427-D30E-AC47-5FBE-A77D3EA20C05}"/>
          </ac:spMkLst>
        </pc:spChg>
        <pc:spChg chg="add mod">
          <ac:chgData name="Modjtahedzadeh, Kam [US] (SP) (Contr)" userId="7b547dff-5da5-46b9-aaeb-9f0b7566cdec" providerId="ADAL" clId="{B45B66EC-BF88-4D51-8BED-FFD5EB845A67}" dt="2026-05-26T17:42:18.160" v="142" actId="1076"/>
          <ac:spMkLst>
            <pc:docMk/>
            <pc:sldMk cId="3125089185" sldId="257"/>
            <ac:spMk id="40" creationId="{7AA9BFA3-6582-E66A-D0FA-0D82B763C8CB}"/>
          </ac:spMkLst>
        </pc:spChg>
        <pc:spChg chg="add mod">
          <ac:chgData name="Modjtahedzadeh, Kam [US] (SP) (Contr)" userId="7b547dff-5da5-46b9-aaeb-9f0b7566cdec" providerId="ADAL" clId="{B45B66EC-BF88-4D51-8BED-FFD5EB845A67}" dt="2026-05-26T17:42:18.160" v="142" actId="1076"/>
          <ac:spMkLst>
            <pc:docMk/>
            <pc:sldMk cId="3125089185" sldId="257"/>
            <ac:spMk id="41" creationId="{52BA39A6-FF1B-7B28-8F01-E790ADDA7DFD}"/>
          </ac:spMkLst>
        </pc:spChg>
        <pc:spChg chg="add mod">
          <ac:chgData name="Modjtahedzadeh, Kam [US] (SP) (Contr)" userId="7b547dff-5da5-46b9-aaeb-9f0b7566cdec" providerId="ADAL" clId="{B45B66EC-BF88-4D51-8BED-FFD5EB845A67}" dt="2026-05-26T17:42:18.160" v="142" actId="1076"/>
          <ac:spMkLst>
            <pc:docMk/>
            <pc:sldMk cId="3125089185" sldId="257"/>
            <ac:spMk id="43" creationId="{EB62C997-2933-A1DE-E6BD-9B42BFDF88E0}"/>
          </ac:spMkLst>
        </pc:spChg>
        <pc:cxnChg chg="add del">
          <ac:chgData name="Modjtahedzadeh, Kam [US] (SP) (Contr)" userId="7b547dff-5da5-46b9-aaeb-9f0b7566cdec" providerId="ADAL" clId="{B45B66EC-BF88-4D51-8BED-FFD5EB845A67}" dt="2026-05-26T17:31:23.338" v="4" actId="11529"/>
          <ac:cxnSpMkLst>
            <pc:docMk/>
            <pc:sldMk cId="3125089185" sldId="257"/>
            <ac:cxnSpMk id="3" creationId="{92BE5F11-B27A-9DE1-F3EF-D705B6543392}"/>
          </ac:cxnSpMkLst>
        </pc:cxnChg>
        <pc:cxnChg chg="add mod">
          <ac:chgData name="Modjtahedzadeh, Kam [US] (SP) (Contr)" userId="7b547dff-5da5-46b9-aaeb-9f0b7566cdec" providerId="ADAL" clId="{B45B66EC-BF88-4D51-8BED-FFD5EB845A67}" dt="2026-05-26T17:35:05.944" v="38" actId="1076"/>
          <ac:cxnSpMkLst>
            <pc:docMk/>
            <pc:sldMk cId="3125089185" sldId="257"/>
            <ac:cxnSpMk id="5" creationId="{4528A648-AFF4-08E8-1786-1EB803B56231}"/>
          </ac:cxnSpMkLst>
        </pc:cxnChg>
        <pc:cxnChg chg="add mod">
          <ac:chgData name="Modjtahedzadeh, Kam [US] (SP) (Contr)" userId="7b547dff-5da5-46b9-aaeb-9f0b7566cdec" providerId="ADAL" clId="{B45B66EC-BF88-4D51-8BED-FFD5EB845A67}" dt="2026-05-26T17:35:05.944" v="38" actId="1076"/>
          <ac:cxnSpMkLst>
            <pc:docMk/>
            <pc:sldMk cId="3125089185" sldId="257"/>
            <ac:cxnSpMk id="6" creationId="{3A5ACB67-4277-F755-5138-9CBA5972A3D6}"/>
          </ac:cxnSpMkLst>
        </pc:cxnChg>
        <pc:cxnChg chg="add mod">
          <ac:chgData name="Modjtahedzadeh, Kam [US] (SP) (Contr)" userId="7b547dff-5da5-46b9-aaeb-9f0b7566cdec" providerId="ADAL" clId="{B45B66EC-BF88-4D51-8BED-FFD5EB845A67}" dt="2026-05-26T17:39:22.072" v="85" actId="478"/>
          <ac:cxnSpMkLst>
            <pc:docMk/>
            <pc:sldMk cId="3125089185" sldId="257"/>
            <ac:cxnSpMk id="10" creationId="{C77F5F2C-3A25-C305-AECD-EFCF99C84E0F}"/>
          </ac:cxnSpMkLst>
        </pc:cxnChg>
        <pc:cxnChg chg="add mod">
          <ac:chgData name="Modjtahedzadeh, Kam [US] (SP) (Contr)" userId="7b547dff-5da5-46b9-aaeb-9f0b7566cdec" providerId="ADAL" clId="{B45B66EC-BF88-4D51-8BED-FFD5EB845A67}" dt="2026-05-26T17:36:50.847" v="46" actId="13822"/>
          <ac:cxnSpMkLst>
            <pc:docMk/>
            <pc:sldMk cId="3125089185" sldId="257"/>
            <ac:cxnSpMk id="19" creationId="{8266D86F-2644-3D76-6782-11CF7C6F5758}"/>
          </ac:cxnSpMkLst>
        </pc:cxnChg>
        <pc:cxnChg chg="add mod">
          <ac:chgData name="Modjtahedzadeh, Kam [US] (SP) (Contr)" userId="7b547dff-5da5-46b9-aaeb-9f0b7566cdec" providerId="ADAL" clId="{B45B66EC-BF88-4D51-8BED-FFD5EB845A67}" dt="2026-05-26T17:37:04.636" v="49" actId="14100"/>
          <ac:cxnSpMkLst>
            <pc:docMk/>
            <pc:sldMk cId="3125089185" sldId="257"/>
            <ac:cxnSpMk id="22" creationId="{D5C0DC44-D7B6-D167-877B-641AEA7EC87F}"/>
          </ac:cxnSpMkLst>
        </pc:cxnChg>
        <pc:cxnChg chg="add mod">
          <ac:chgData name="Modjtahedzadeh, Kam [US] (SP) (Contr)" userId="7b547dff-5da5-46b9-aaeb-9f0b7566cdec" providerId="ADAL" clId="{B45B66EC-BF88-4D51-8BED-FFD5EB845A67}" dt="2026-05-26T17:37:47.999" v="55" actId="14100"/>
          <ac:cxnSpMkLst>
            <pc:docMk/>
            <pc:sldMk cId="3125089185" sldId="257"/>
            <ac:cxnSpMk id="25" creationId="{E8EC1944-7E77-1EB0-05AF-0A99A1CDB610}"/>
          </ac:cxnSpMkLst>
        </pc:cxnChg>
        <pc:cxnChg chg="add mod">
          <ac:chgData name="Modjtahedzadeh, Kam [US] (SP) (Contr)" userId="7b547dff-5da5-46b9-aaeb-9f0b7566cdec" providerId="ADAL" clId="{B45B66EC-BF88-4D51-8BED-FFD5EB845A67}" dt="2026-05-26T17:41:30.781" v="128"/>
          <ac:cxnSpMkLst>
            <pc:docMk/>
            <pc:sldMk cId="3125089185" sldId="257"/>
            <ac:cxnSpMk id="42" creationId="{1E1BA863-72A2-6120-AFF5-539C8C81EE71}"/>
          </ac:cxnSpMkLst>
        </pc:cxnChg>
      </pc:sldChg>
      <pc:sldMasterChg chg="modSp modSldLayout">
        <pc:chgData name="Modjtahedzadeh, Kam [US] (SP) (Contr)" userId="7b547dff-5da5-46b9-aaeb-9f0b7566cdec" providerId="ADAL" clId="{B45B66EC-BF88-4D51-8BED-FFD5EB845A67}" dt="2026-05-26T17:31:09.441" v="1"/>
        <pc:sldMasterMkLst>
          <pc:docMk/>
          <pc:sldMasterMk cId="1800951208" sldId="2147483648"/>
        </pc:sldMasterMkLst>
        <pc:spChg chg="mod">
          <ac:chgData name="Modjtahedzadeh, Kam [US] (SP) (Contr)" userId="7b547dff-5da5-46b9-aaeb-9f0b7566cdec" providerId="ADAL" clId="{B45B66EC-BF88-4D51-8BED-FFD5EB845A67}" dt="2026-05-26T17:31:09.441" v="1"/>
          <ac:spMkLst>
            <pc:docMk/>
            <pc:sldMasterMk cId="1800951208" sldId="2147483648"/>
            <ac:spMk id="2" creationId="{D13C9013-E213-36CD-21D1-390F407BAC59}"/>
          </ac:spMkLst>
        </pc:spChg>
        <pc:spChg chg="mod">
          <ac:chgData name="Modjtahedzadeh, Kam [US] (SP) (Contr)" userId="7b547dff-5da5-46b9-aaeb-9f0b7566cdec" providerId="ADAL" clId="{B45B66EC-BF88-4D51-8BED-FFD5EB845A67}" dt="2026-05-26T17:31:09.441" v="1"/>
          <ac:spMkLst>
            <pc:docMk/>
            <pc:sldMasterMk cId="1800951208" sldId="2147483648"/>
            <ac:spMk id="3" creationId="{B756858A-E1C1-6C7E-ED48-E41870B42522}"/>
          </ac:spMkLst>
        </pc:spChg>
        <pc:spChg chg="mod">
          <ac:chgData name="Modjtahedzadeh, Kam [US] (SP) (Contr)" userId="7b547dff-5da5-46b9-aaeb-9f0b7566cdec" providerId="ADAL" clId="{B45B66EC-BF88-4D51-8BED-FFD5EB845A67}" dt="2026-05-26T17:31:09.441" v="1"/>
          <ac:spMkLst>
            <pc:docMk/>
            <pc:sldMasterMk cId="1800951208" sldId="2147483648"/>
            <ac:spMk id="4" creationId="{1E8EA0B5-0B94-2C40-1C04-7D1564EC5726}"/>
          </ac:spMkLst>
        </pc:spChg>
        <pc:spChg chg="mod">
          <ac:chgData name="Modjtahedzadeh, Kam [US] (SP) (Contr)" userId="7b547dff-5da5-46b9-aaeb-9f0b7566cdec" providerId="ADAL" clId="{B45B66EC-BF88-4D51-8BED-FFD5EB845A67}" dt="2026-05-26T17:31:09.441" v="1"/>
          <ac:spMkLst>
            <pc:docMk/>
            <pc:sldMasterMk cId="1800951208" sldId="2147483648"/>
            <ac:spMk id="5" creationId="{40BAFB63-785E-DEF8-F330-E8EB775138EE}"/>
          </ac:spMkLst>
        </pc:spChg>
        <pc:spChg chg="mod">
          <ac:chgData name="Modjtahedzadeh, Kam [US] (SP) (Contr)" userId="7b547dff-5da5-46b9-aaeb-9f0b7566cdec" providerId="ADAL" clId="{B45B66EC-BF88-4D51-8BED-FFD5EB845A67}" dt="2026-05-26T17:31:09.441" v="1"/>
          <ac:spMkLst>
            <pc:docMk/>
            <pc:sldMasterMk cId="1800951208" sldId="2147483648"/>
            <ac:spMk id="6" creationId="{19D4A84D-05AE-F082-C429-98CD4658D180}"/>
          </ac:spMkLst>
        </pc:spChg>
        <pc:sldLayoutChg chg="modSp">
          <pc:chgData name="Modjtahedzadeh, Kam [US] (SP) (Contr)" userId="7b547dff-5da5-46b9-aaeb-9f0b7566cdec" providerId="ADAL" clId="{B45B66EC-BF88-4D51-8BED-FFD5EB845A67}" dt="2026-05-26T17:31:09.441" v="1"/>
          <pc:sldLayoutMkLst>
            <pc:docMk/>
            <pc:sldMasterMk cId="1800951208" sldId="2147483648"/>
            <pc:sldLayoutMk cId="1951447223" sldId="2147483649"/>
          </pc:sldLayoutMkLst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951447223" sldId="2147483649"/>
              <ac:spMk id="2" creationId="{65544927-0AC9-4B0D-D9D8-D9C439DFBF8E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951447223" sldId="2147483649"/>
              <ac:spMk id="3" creationId="{0BF0887B-CC5F-F919-1D32-02211674A7E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1:09.441" v="1"/>
          <pc:sldLayoutMkLst>
            <pc:docMk/>
            <pc:sldMasterMk cId="1800951208" sldId="2147483648"/>
            <pc:sldLayoutMk cId="1157074322" sldId="2147483651"/>
          </pc:sldLayoutMkLst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157074322" sldId="2147483651"/>
              <ac:spMk id="2" creationId="{664495F7-364D-3A23-AFC8-A8A4148AFB6C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157074322" sldId="2147483651"/>
              <ac:spMk id="3" creationId="{D5F85763-7279-57FF-FC72-817C654FD669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1:09.441" v="1"/>
          <pc:sldLayoutMkLst>
            <pc:docMk/>
            <pc:sldMasterMk cId="1800951208" sldId="2147483648"/>
            <pc:sldLayoutMk cId="3757146289" sldId="2147483652"/>
          </pc:sldLayoutMkLst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3757146289" sldId="2147483652"/>
              <ac:spMk id="3" creationId="{64F03E73-E419-84A4-5763-0171AD3B9619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3757146289" sldId="2147483652"/>
              <ac:spMk id="4" creationId="{7F896FB3-1F40-12E3-DDD9-327CA4980AE8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1:09.441" v="1"/>
          <pc:sldLayoutMkLst>
            <pc:docMk/>
            <pc:sldMasterMk cId="1800951208" sldId="2147483648"/>
            <pc:sldLayoutMk cId="1818482113" sldId="2147483653"/>
          </pc:sldLayoutMkLst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818482113" sldId="2147483653"/>
              <ac:spMk id="2" creationId="{E09FE6DF-5EC4-C303-E653-12C1333C2AE3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818482113" sldId="2147483653"/>
              <ac:spMk id="3" creationId="{4CA4A060-AAFD-D9B0-3420-CFE7F130D404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818482113" sldId="2147483653"/>
              <ac:spMk id="4" creationId="{5CF770C1-2533-EC4A-CB74-20C8FEADD1A6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818482113" sldId="2147483653"/>
              <ac:spMk id="5" creationId="{C836B538-4CE3-E48D-F50B-DA51C7235C9D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818482113" sldId="2147483653"/>
              <ac:spMk id="6" creationId="{369861F0-4700-9AFE-A1B1-C81D4FB719BA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1:09.441" v="1"/>
          <pc:sldLayoutMkLst>
            <pc:docMk/>
            <pc:sldMasterMk cId="1800951208" sldId="2147483648"/>
            <pc:sldLayoutMk cId="1409978568" sldId="2147483656"/>
          </pc:sldLayoutMkLst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409978568" sldId="2147483656"/>
              <ac:spMk id="2" creationId="{F4175BA5-1B3F-6918-13D9-6B25249D3D95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409978568" sldId="2147483656"/>
              <ac:spMk id="3" creationId="{5B303453-590C-5F92-245C-A917385BED5F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409978568" sldId="2147483656"/>
              <ac:spMk id="4" creationId="{B88A0D38-2E00-975A-F964-FB29F0ED885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1:09.441" v="1"/>
          <pc:sldLayoutMkLst>
            <pc:docMk/>
            <pc:sldMasterMk cId="1800951208" sldId="2147483648"/>
            <pc:sldLayoutMk cId="1328275038" sldId="2147483657"/>
          </pc:sldLayoutMkLst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328275038" sldId="2147483657"/>
              <ac:spMk id="2" creationId="{86923841-16C8-0D1A-AA81-F3B82DAB8B15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328275038" sldId="2147483657"/>
              <ac:spMk id="3" creationId="{571B3899-5892-9ED9-4CF4-2A76B44A5DB3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1328275038" sldId="2147483657"/>
              <ac:spMk id="4" creationId="{8421EDE0-18EF-3765-EA03-89D9B451C931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1:09.441" v="1"/>
          <pc:sldLayoutMkLst>
            <pc:docMk/>
            <pc:sldMasterMk cId="1800951208" sldId="2147483648"/>
            <pc:sldLayoutMk cId="3052910653" sldId="2147483659"/>
          </pc:sldLayoutMkLst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3052910653" sldId="2147483659"/>
              <ac:spMk id="2" creationId="{39775DB5-4995-704E-2726-ECF0DF6C081E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1:09.441" v="1"/>
            <ac:spMkLst>
              <pc:docMk/>
              <pc:sldMasterMk cId="1800951208" sldId="2147483648"/>
              <pc:sldLayoutMk cId="3052910653" sldId="2147483659"/>
              <ac:spMk id="3" creationId="{E9A40ADD-44F4-025E-C5D4-F0BC54479E0B}"/>
            </ac:spMkLst>
          </pc:spChg>
        </pc:sldLayoutChg>
      </pc:sldMasterChg>
      <pc:sldMasterChg chg="modSp modSldLayout">
        <pc:chgData name="Modjtahedzadeh, Kam [US] (SP) (Contr)" userId="7b547dff-5da5-46b9-aaeb-9f0b7566cdec" providerId="ADAL" clId="{B45B66EC-BF88-4D51-8BED-FFD5EB845A67}" dt="2026-05-26T17:32:54.108" v="17"/>
        <pc:sldMasterMkLst>
          <pc:docMk/>
          <pc:sldMasterMk cId="1525046928" sldId="2147483660"/>
        </pc:sldMasterMkLst>
        <pc:spChg chg="mod">
          <ac:chgData name="Modjtahedzadeh, Kam [US] (SP) (Contr)" userId="7b547dff-5da5-46b9-aaeb-9f0b7566cdec" providerId="ADAL" clId="{B45B66EC-BF88-4D51-8BED-FFD5EB845A67}" dt="2026-05-26T17:32:54.108" v="17"/>
          <ac:spMkLst>
            <pc:docMk/>
            <pc:sldMasterMk cId="1525046928" sldId="2147483660"/>
            <ac:spMk id="2" creationId="{00000000-0000-0000-0000-000000000000}"/>
          </ac:spMkLst>
        </pc:spChg>
        <pc:spChg chg="mod">
          <ac:chgData name="Modjtahedzadeh, Kam [US] (SP) (Contr)" userId="7b547dff-5da5-46b9-aaeb-9f0b7566cdec" providerId="ADAL" clId="{B45B66EC-BF88-4D51-8BED-FFD5EB845A67}" dt="2026-05-26T17:32:54.108" v="17"/>
          <ac:spMkLst>
            <pc:docMk/>
            <pc:sldMasterMk cId="1525046928" sldId="2147483660"/>
            <ac:spMk id="3" creationId="{00000000-0000-0000-0000-000000000000}"/>
          </ac:spMkLst>
        </pc:spChg>
        <pc:spChg chg="mod">
          <ac:chgData name="Modjtahedzadeh, Kam [US] (SP) (Contr)" userId="7b547dff-5da5-46b9-aaeb-9f0b7566cdec" providerId="ADAL" clId="{B45B66EC-BF88-4D51-8BED-FFD5EB845A67}" dt="2026-05-26T17:32:54.108" v="17"/>
          <ac:spMkLst>
            <pc:docMk/>
            <pc:sldMasterMk cId="1525046928" sldId="2147483660"/>
            <ac:spMk id="4" creationId="{00000000-0000-0000-0000-000000000000}"/>
          </ac:spMkLst>
        </pc:spChg>
        <pc:spChg chg="mod">
          <ac:chgData name="Modjtahedzadeh, Kam [US] (SP) (Contr)" userId="7b547dff-5da5-46b9-aaeb-9f0b7566cdec" providerId="ADAL" clId="{B45B66EC-BF88-4D51-8BED-FFD5EB845A67}" dt="2026-05-26T17:32:54.108" v="17"/>
          <ac:spMkLst>
            <pc:docMk/>
            <pc:sldMasterMk cId="1525046928" sldId="2147483660"/>
            <ac:spMk id="5" creationId="{00000000-0000-0000-0000-000000000000}"/>
          </ac:spMkLst>
        </pc:spChg>
        <pc:spChg chg="mod">
          <ac:chgData name="Modjtahedzadeh, Kam [US] (SP) (Contr)" userId="7b547dff-5da5-46b9-aaeb-9f0b7566cdec" providerId="ADAL" clId="{B45B66EC-BF88-4D51-8BED-FFD5EB845A67}" dt="2026-05-26T17:32:54.108" v="17"/>
          <ac:spMkLst>
            <pc:docMk/>
            <pc:sldMasterMk cId="1525046928" sldId="2147483660"/>
            <ac:spMk id="6" creationId="{00000000-0000-0000-0000-000000000000}"/>
          </ac:spMkLst>
        </pc:spChg>
        <pc:sldLayoutChg chg="modSp">
          <pc:chgData name="Modjtahedzadeh, Kam [US] (SP) (Contr)" userId="7b547dff-5da5-46b9-aaeb-9f0b7566cdec" providerId="ADAL" clId="{B45B66EC-BF88-4D51-8BED-FFD5EB845A67}" dt="2026-05-26T17:32:54.108" v="17"/>
          <pc:sldLayoutMkLst>
            <pc:docMk/>
            <pc:sldMasterMk cId="1525046928" sldId="2147483660"/>
            <pc:sldLayoutMk cId="3236655483" sldId="2147483661"/>
          </pc:sldLayoutMkLst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236655483" sldId="2147483661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236655483" sldId="2147483661"/>
              <ac:spMk id="3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2:54.108" v="17"/>
          <pc:sldLayoutMkLst>
            <pc:docMk/>
            <pc:sldMasterMk cId="1525046928" sldId="2147483660"/>
            <pc:sldLayoutMk cId="1203949946" sldId="2147483663"/>
          </pc:sldLayoutMkLst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1203949946" sldId="2147483663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1203949946" sldId="2147483663"/>
              <ac:spMk id="3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2:54.108" v="17"/>
          <pc:sldLayoutMkLst>
            <pc:docMk/>
            <pc:sldMasterMk cId="1525046928" sldId="2147483660"/>
            <pc:sldLayoutMk cId="2728174553" sldId="2147483664"/>
          </pc:sldLayoutMkLst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2728174553" sldId="2147483664"/>
              <ac:spMk id="3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2728174553" sldId="2147483664"/>
              <ac:spMk id="4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2:54.108" v="17"/>
          <pc:sldLayoutMkLst>
            <pc:docMk/>
            <pc:sldMasterMk cId="1525046928" sldId="2147483660"/>
            <pc:sldLayoutMk cId="3737026836" sldId="2147483665"/>
          </pc:sldLayoutMkLst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737026836" sldId="2147483665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737026836" sldId="2147483665"/>
              <ac:spMk id="3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737026836" sldId="2147483665"/>
              <ac:spMk id="4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737026836" sldId="2147483665"/>
              <ac:spMk id="5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737026836" sldId="2147483665"/>
              <ac:spMk id="6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2:54.108" v="17"/>
          <pc:sldLayoutMkLst>
            <pc:docMk/>
            <pc:sldMasterMk cId="1525046928" sldId="2147483660"/>
            <pc:sldLayoutMk cId="3921109878" sldId="2147483668"/>
          </pc:sldLayoutMkLst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921109878" sldId="2147483668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921109878" sldId="2147483668"/>
              <ac:spMk id="3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921109878" sldId="2147483668"/>
              <ac:spMk id="4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2:54.108" v="17"/>
          <pc:sldLayoutMkLst>
            <pc:docMk/>
            <pc:sldMasterMk cId="1525046928" sldId="2147483660"/>
            <pc:sldLayoutMk cId="3688116685" sldId="2147483669"/>
          </pc:sldLayoutMkLst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688116685" sldId="2147483669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688116685" sldId="2147483669"/>
              <ac:spMk id="3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3688116685" sldId="2147483669"/>
              <ac:spMk id="4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6T17:32:54.108" v="17"/>
          <pc:sldLayoutMkLst>
            <pc:docMk/>
            <pc:sldMasterMk cId="1525046928" sldId="2147483660"/>
            <pc:sldLayoutMk cId="1288787461" sldId="2147483671"/>
          </pc:sldLayoutMkLst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1288787461" sldId="2147483671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6T17:32:54.108" v="17"/>
            <ac:spMkLst>
              <pc:docMk/>
              <pc:sldMasterMk cId="1525046928" sldId="2147483660"/>
              <pc:sldLayoutMk cId="1288787461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673418"/>
            <a:ext cx="3886200" cy="143256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161223"/>
            <a:ext cx="3429000" cy="993457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2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1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025844"/>
            <a:ext cx="3943350" cy="1711642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2753679"/>
            <a:ext cx="3943350" cy="900112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095375"/>
            <a:ext cx="194310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095375"/>
            <a:ext cx="194310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9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19076"/>
            <a:ext cx="3943350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008698"/>
            <a:ext cx="1934170" cy="494347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503045"/>
            <a:ext cx="1934170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008698"/>
            <a:ext cx="1943696" cy="494347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503045"/>
            <a:ext cx="1943696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6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5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4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74320"/>
            <a:ext cx="1474589" cy="9601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592456"/>
            <a:ext cx="2314575" cy="2924175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234440"/>
            <a:ext cx="1474589" cy="2286953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0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74320"/>
            <a:ext cx="1474589" cy="9601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592456"/>
            <a:ext cx="2314575" cy="2924175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234440"/>
            <a:ext cx="1474589" cy="2286953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0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44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19075"/>
            <a:ext cx="985838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19075"/>
            <a:ext cx="2900363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9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19076"/>
            <a:ext cx="394335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095375"/>
            <a:ext cx="394335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3813811"/>
            <a:ext cx="10287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8BA74-C24C-4CB2-A0C2-DF8B2CC40EF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3813811"/>
            <a:ext cx="154305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3813811"/>
            <a:ext cx="102870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77663-65E4-4791-BE8B-3A0784AF4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81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28A648-AFF4-08E8-1786-1EB803B56231}"/>
              </a:ext>
            </a:extLst>
          </p:cNvPr>
          <p:cNvCxnSpPr>
            <a:cxnSpLocks/>
          </p:cNvCxnSpPr>
          <p:nvPr/>
        </p:nvCxnSpPr>
        <p:spPr>
          <a:xfrm flipV="1">
            <a:off x="1581618" y="822283"/>
            <a:ext cx="0" cy="19751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5ACB67-4277-F755-5138-9CBA5972A3D6}"/>
              </a:ext>
            </a:extLst>
          </p:cNvPr>
          <p:cNvCxnSpPr>
            <a:cxnSpLocks/>
          </p:cNvCxnSpPr>
          <p:nvPr/>
        </p:nvCxnSpPr>
        <p:spPr>
          <a:xfrm>
            <a:off x="1581618" y="2797387"/>
            <a:ext cx="206654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7F5F2C-3A25-C305-AECD-EFCF99C84E0F}"/>
              </a:ext>
            </a:extLst>
          </p:cNvPr>
          <p:cNvCxnSpPr>
            <a:cxnSpLocks/>
          </p:cNvCxnSpPr>
          <p:nvPr/>
        </p:nvCxnSpPr>
        <p:spPr>
          <a:xfrm flipH="1">
            <a:off x="369923" y="2797392"/>
            <a:ext cx="1211699" cy="82257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DA7A59F-F517-CB4B-37B8-D0254D2B86A0}"/>
              </a:ext>
            </a:extLst>
          </p:cNvPr>
          <p:cNvSpPr/>
          <p:nvPr/>
        </p:nvSpPr>
        <p:spPr>
          <a:xfrm>
            <a:off x="2346174" y="502243"/>
            <a:ext cx="640080" cy="64008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0E9368-D4DA-221E-27D6-7260975F44A8}"/>
              </a:ext>
            </a:extLst>
          </p:cNvPr>
          <p:cNvSpPr/>
          <p:nvPr/>
        </p:nvSpPr>
        <p:spPr>
          <a:xfrm>
            <a:off x="4122781" y="1252290"/>
            <a:ext cx="274320" cy="27432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66D86F-2644-3D76-6782-11CF7C6F5758}"/>
              </a:ext>
            </a:extLst>
          </p:cNvPr>
          <p:cNvCxnSpPr>
            <a:cxnSpLocks/>
          </p:cNvCxnSpPr>
          <p:nvPr/>
        </p:nvCxnSpPr>
        <p:spPr>
          <a:xfrm flipV="1">
            <a:off x="1581615" y="822279"/>
            <a:ext cx="1084599" cy="1975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C0DC44-D7B6-D167-877B-641AEA7EC87F}"/>
              </a:ext>
            </a:extLst>
          </p:cNvPr>
          <p:cNvCxnSpPr>
            <a:cxnSpLocks/>
          </p:cNvCxnSpPr>
          <p:nvPr/>
        </p:nvCxnSpPr>
        <p:spPr>
          <a:xfrm flipV="1">
            <a:off x="1581612" y="1389450"/>
            <a:ext cx="2678329" cy="1407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EC1944-7E77-1EB0-05AF-0A99A1CDB610}"/>
              </a:ext>
            </a:extLst>
          </p:cNvPr>
          <p:cNvCxnSpPr>
            <a:cxnSpLocks/>
          </p:cNvCxnSpPr>
          <p:nvPr/>
        </p:nvCxnSpPr>
        <p:spPr>
          <a:xfrm>
            <a:off x="2687782" y="833270"/>
            <a:ext cx="1572158" cy="534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5F5D8CD-0F91-59F1-3B1A-7BDA33E74676}"/>
              </a:ext>
            </a:extLst>
          </p:cNvPr>
          <p:cNvSpPr txBox="1"/>
          <p:nvPr/>
        </p:nvSpPr>
        <p:spPr>
          <a:xfrm>
            <a:off x="838200" y="1628775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aseline="-25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A02CCF3-3AE7-23CD-40AE-5837AB90A1A4}"/>
                  </a:ext>
                </a:extLst>
              </p:cNvPr>
              <p:cNvSpPr txBox="1"/>
              <p:nvPr/>
            </p:nvSpPr>
            <p:spPr>
              <a:xfrm>
                <a:off x="3619499" y="2612721"/>
                <a:ext cx="385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A02CCF3-3AE7-23CD-40AE-5837AB90A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499" y="2612721"/>
                <a:ext cx="38587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0F39E5-8683-F26D-596C-8D419C009437}"/>
                  </a:ext>
                </a:extLst>
              </p:cNvPr>
              <p:cNvSpPr txBox="1"/>
              <p:nvPr/>
            </p:nvSpPr>
            <p:spPr>
              <a:xfrm>
                <a:off x="1404318" y="477595"/>
                <a:ext cx="373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0F39E5-8683-F26D-596C-8D419C009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318" y="477595"/>
                <a:ext cx="37305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85D9D6-C0D1-428B-0037-F88651DE089A}"/>
                  </a:ext>
                </a:extLst>
              </p:cNvPr>
              <p:cNvSpPr txBox="1"/>
              <p:nvPr/>
            </p:nvSpPr>
            <p:spPr>
              <a:xfrm>
                <a:off x="0" y="3517596"/>
                <a:ext cx="385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85D9D6-C0D1-428B-0037-F88651DE0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17596"/>
                <a:ext cx="3858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8B7AC5A-3179-BF0A-C8DE-CD29FE1DA9B1}"/>
                  </a:ext>
                </a:extLst>
              </p:cNvPr>
              <p:cNvSpPr txBox="1"/>
              <p:nvPr/>
            </p:nvSpPr>
            <p:spPr>
              <a:xfrm>
                <a:off x="2363680" y="164952"/>
                <a:ext cx="60798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8B7AC5A-3179-BF0A-C8DE-CD29FE1DA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680" y="164952"/>
                <a:ext cx="60798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B977227-5867-01F7-A955-0D6EC1173DD2}"/>
                  </a:ext>
                </a:extLst>
              </p:cNvPr>
              <p:cNvSpPr txBox="1"/>
              <p:nvPr/>
            </p:nvSpPr>
            <p:spPr>
              <a:xfrm>
                <a:off x="3977514" y="929124"/>
                <a:ext cx="60798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B977227-5867-01F7-A955-0D6EC1173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514" y="929124"/>
                <a:ext cx="60798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A9BFA3-6582-E66A-D0FA-0D82B763C8CB}"/>
                  </a:ext>
                </a:extLst>
              </p:cNvPr>
              <p:cNvSpPr txBox="1"/>
              <p:nvPr/>
            </p:nvSpPr>
            <p:spPr>
              <a:xfrm>
                <a:off x="2200172" y="1684846"/>
                <a:ext cx="292003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A9BFA3-6582-E66A-D0FA-0D82B763C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172" y="1684846"/>
                <a:ext cx="292003" cy="310598"/>
              </a:xfrm>
              <a:prstGeom prst="rect">
                <a:avLst/>
              </a:prstGeom>
              <a:blipFill>
                <a:blip r:embed="rId7"/>
                <a:stretch>
                  <a:fillRect l="-20833" r="-625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2BA39A6-FF1B-7B28-8F01-E790ADDA7DFD}"/>
                  </a:ext>
                </a:extLst>
              </p:cNvPr>
              <p:cNvSpPr txBox="1"/>
              <p:nvPr/>
            </p:nvSpPr>
            <p:spPr>
              <a:xfrm>
                <a:off x="3078893" y="1995444"/>
                <a:ext cx="297324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2BA39A6-FF1B-7B28-8F01-E790ADDA7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893" y="1995444"/>
                <a:ext cx="297324" cy="310598"/>
              </a:xfrm>
              <a:prstGeom prst="rect">
                <a:avLst/>
              </a:prstGeom>
              <a:blipFill>
                <a:blip r:embed="rId8"/>
                <a:stretch>
                  <a:fillRect l="-18367" r="-612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B62C997-2933-A1DE-E6BD-9B42BFDF88E0}"/>
                  </a:ext>
                </a:extLst>
              </p:cNvPr>
              <p:cNvSpPr txBox="1"/>
              <p:nvPr/>
            </p:nvSpPr>
            <p:spPr>
              <a:xfrm>
                <a:off x="3473861" y="833265"/>
                <a:ext cx="1605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B62C997-2933-A1DE-E6BD-9B42BFDF8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861" y="833265"/>
                <a:ext cx="160557" cy="276999"/>
              </a:xfrm>
              <a:prstGeom prst="rect">
                <a:avLst/>
              </a:prstGeom>
              <a:blipFill>
                <a:blip r:embed="rId9"/>
                <a:stretch>
                  <a:fillRect l="-46154" t="-48889" r="-111538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89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8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>Northrop Grumman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Modjtahedzadeh, Kam [US] (SP) (Contr)</dc:creator>
  <cp:lastModifiedBy>Modjtahedzadeh, Kam [US] (SP) (Contr)</cp:lastModifiedBy>
  <cp:revision>1</cp:revision>
  <dcterms:created xsi:type="dcterms:W3CDTF">2026-05-26T17:22:46Z</dcterms:created>
  <dcterms:modified xsi:type="dcterms:W3CDTF">2026-05-26T17:42:21Z</dcterms:modified>
</cp:coreProperties>
</file>